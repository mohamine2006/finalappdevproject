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0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7EAAE-E5ED-4434-84C7-6ABC64B0959F}" v="4" dt="2025-12-09T16:23:12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31ECB3-CCC6-4A29-94ED-379D1D4E678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465E999-3C57-4837-AE14-3BA33C9EB9BC}">
      <dgm:prSet/>
      <dgm:spPr/>
      <dgm:t>
        <a:bodyPr/>
        <a:lstStyle/>
        <a:p>
          <a:r>
            <a:rPr lang="en-US"/>
            <a:t>Purpose: Easy-to-use Windows Forms application</a:t>
          </a:r>
        </a:p>
      </dgm:t>
    </dgm:pt>
    <dgm:pt modelId="{6849FE63-3779-4AC2-A7DB-2A9A53C941F6}" type="parTrans" cxnId="{14CC8FED-A54D-46BC-846F-BEB8282EDAB1}">
      <dgm:prSet/>
      <dgm:spPr/>
      <dgm:t>
        <a:bodyPr/>
        <a:lstStyle/>
        <a:p>
          <a:endParaRPr lang="en-US"/>
        </a:p>
      </dgm:t>
    </dgm:pt>
    <dgm:pt modelId="{BDEF10C2-0BF8-46D6-A1BD-283D62BF584A}" type="sibTrans" cxnId="{14CC8FED-A54D-46BC-846F-BEB8282EDAB1}">
      <dgm:prSet/>
      <dgm:spPr/>
      <dgm:t>
        <a:bodyPr/>
        <a:lstStyle/>
        <a:p>
          <a:endParaRPr lang="en-US"/>
        </a:p>
      </dgm:t>
    </dgm:pt>
    <dgm:pt modelId="{43877B54-74C7-454C-98BE-985092F219AB}">
      <dgm:prSet/>
      <dgm:spPr/>
      <dgm:t>
        <a:bodyPr/>
        <a:lstStyle/>
        <a:p>
          <a:r>
            <a:rPr lang="en-US"/>
            <a:t>Features: CRUD operations for User Info and Expense Records</a:t>
          </a:r>
        </a:p>
      </dgm:t>
    </dgm:pt>
    <dgm:pt modelId="{99C1DFFE-7014-4BE8-803F-B91569DFF68F}" type="parTrans" cxnId="{0364F790-A74F-4068-8F2D-2407E3A1A376}">
      <dgm:prSet/>
      <dgm:spPr/>
      <dgm:t>
        <a:bodyPr/>
        <a:lstStyle/>
        <a:p>
          <a:endParaRPr lang="en-US"/>
        </a:p>
      </dgm:t>
    </dgm:pt>
    <dgm:pt modelId="{AFCB8301-9CE4-49CA-B7EF-D7FB43AA727E}" type="sibTrans" cxnId="{0364F790-A74F-4068-8F2D-2407E3A1A376}">
      <dgm:prSet/>
      <dgm:spPr/>
      <dgm:t>
        <a:bodyPr/>
        <a:lstStyle/>
        <a:p>
          <a:endParaRPr lang="en-US"/>
        </a:p>
      </dgm:t>
    </dgm:pt>
    <dgm:pt modelId="{52648811-FFA7-4E30-BC2E-FC834979528E}" type="pres">
      <dgm:prSet presAssocID="{DF31ECB3-CCC6-4A29-94ED-379D1D4E678E}" presName="root" presStyleCnt="0">
        <dgm:presLayoutVars>
          <dgm:dir/>
          <dgm:resizeHandles val="exact"/>
        </dgm:presLayoutVars>
      </dgm:prSet>
      <dgm:spPr/>
    </dgm:pt>
    <dgm:pt modelId="{359C18B7-E924-46DC-AB79-51173290DC63}" type="pres">
      <dgm:prSet presAssocID="{D465E999-3C57-4837-AE14-3BA33C9EB9BC}" presName="compNode" presStyleCnt="0"/>
      <dgm:spPr/>
    </dgm:pt>
    <dgm:pt modelId="{BE79D83D-B4BD-428A-A2E2-D1D05F26AC5C}" type="pres">
      <dgm:prSet presAssocID="{D465E999-3C57-4837-AE14-3BA33C9EB9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FA395D02-41D7-4E6A-AB10-7FB305B34045}" type="pres">
      <dgm:prSet presAssocID="{D465E999-3C57-4837-AE14-3BA33C9EB9BC}" presName="spaceRect" presStyleCnt="0"/>
      <dgm:spPr/>
    </dgm:pt>
    <dgm:pt modelId="{F104316E-4115-4205-AABD-D26818BCE4CA}" type="pres">
      <dgm:prSet presAssocID="{D465E999-3C57-4837-AE14-3BA33C9EB9BC}" presName="textRect" presStyleLbl="revTx" presStyleIdx="0" presStyleCnt="2">
        <dgm:presLayoutVars>
          <dgm:chMax val="1"/>
          <dgm:chPref val="1"/>
        </dgm:presLayoutVars>
      </dgm:prSet>
      <dgm:spPr/>
    </dgm:pt>
    <dgm:pt modelId="{1937CB2C-F0A3-4DA2-8B8E-BDFF99196052}" type="pres">
      <dgm:prSet presAssocID="{BDEF10C2-0BF8-46D6-A1BD-283D62BF584A}" presName="sibTrans" presStyleCnt="0"/>
      <dgm:spPr/>
    </dgm:pt>
    <dgm:pt modelId="{C4D33659-8C72-4060-A544-4F9667487A3C}" type="pres">
      <dgm:prSet presAssocID="{43877B54-74C7-454C-98BE-985092F219AB}" presName="compNode" presStyleCnt="0"/>
      <dgm:spPr/>
    </dgm:pt>
    <dgm:pt modelId="{A9919624-D2EF-4359-AA24-951817AF8986}" type="pres">
      <dgm:prSet presAssocID="{43877B54-74C7-454C-98BE-985092F219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EE6A3A-DC13-4D18-A037-C4597797389D}" type="pres">
      <dgm:prSet presAssocID="{43877B54-74C7-454C-98BE-985092F219AB}" presName="spaceRect" presStyleCnt="0"/>
      <dgm:spPr/>
    </dgm:pt>
    <dgm:pt modelId="{2F0D7091-4813-488B-B876-81D342A3A4BF}" type="pres">
      <dgm:prSet presAssocID="{43877B54-74C7-454C-98BE-985092F219A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4924706-5608-4069-80FA-F195D5504CFF}" type="presOf" srcId="{43877B54-74C7-454C-98BE-985092F219AB}" destId="{2F0D7091-4813-488B-B876-81D342A3A4BF}" srcOrd="0" destOrd="0" presId="urn:microsoft.com/office/officeart/2018/2/layout/IconLabelList"/>
    <dgm:cxn modelId="{0364F790-A74F-4068-8F2D-2407E3A1A376}" srcId="{DF31ECB3-CCC6-4A29-94ED-379D1D4E678E}" destId="{43877B54-74C7-454C-98BE-985092F219AB}" srcOrd="1" destOrd="0" parTransId="{99C1DFFE-7014-4BE8-803F-B91569DFF68F}" sibTransId="{AFCB8301-9CE4-49CA-B7EF-D7FB43AA727E}"/>
    <dgm:cxn modelId="{6F4FD5E7-5DF7-4BF5-8D3C-6EAB6647462F}" type="presOf" srcId="{DF31ECB3-CCC6-4A29-94ED-379D1D4E678E}" destId="{52648811-FFA7-4E30-BC2E-FC834979528E}" srcOrd="0" destOrd="0" presId="urn:microsoft.com/office/officeart/2018/2/layout/IconLabelList"/>
    <dgm:cxn modelId="{14CC8FED-A54D-46BC-846F-BEB8282EDAB1}" srcId="{DF31ECB3-CCC6-4A29-94ED-379D1D4E678E}" destId="{D465E999-3C57-4837-AE14-3BA33C9EB9BC}" srcOrd="0" destOrd="0" parTransId="{6849FE63-3779-4AC2-A7DB-2A9A53C941F6}" sibTransId="{BDEF10C2-0BF8-46D6-A1BD-283D62BF584A}"/>
    <dgm:cxn modelId="{FBE4ECF0-5263-4514-90CD-00CD6422E295}" type="presOf" srcId="{D465E999-3C57-4837-AE14-3BA33C9EB9BC}" destId="{F104316E-4115-4205-AABD-D26818BCE4CA}" srcOrd="0" destOrd="0" presId="urn:microsoft.com/office/officeart/2018/2/layout/IconLabelList"/>
    <dgm:cxn modelId="{0E10C45B-DCCE-47BD-805A-D4159E41A251}" type="presParOf" srcId="{52648811-FFA7-4E30-BC2E-FC834979528E}" destId="{359C18B7-E924-46DC-AB79-51173290DC63}" srcOrd="0" destOrd="0" presId="urn:microsoft.com/office/officeart/2018/2/layout/IconLabelList"/>
    <dgm:cxn modelId="{44FFF52B-EDF1-4870-86CE-34010E272C51}" type="presParOf" srcId="{359C18B7-E924-46DC-AB79-51173290DC63}" destId="{BE79D83D-B4BD-428A-A2E2-D1D05F26AC5C}" srcOrd="0" destOrd="0" presId="urn:microsoft.com/office/officeart/2018/2/layout/IconLabelList"/>
    <dgm:cxn modelId="{34CBC547-8E4E-4F02-A658-66EF69E11713}" type="presParOf" srcId="{359C18B7-E924-46DC-AB79-51173290DC63}" destId="{FA395D02-41D7-4E6A-AB10-7FB305B34045}" srcOrd="1" destOrd="0" presId="urn:microsoft.com/office/officeart/2018/2/layout/IconLabelList"/>
    <dgm:cxn modelId="{8A22E18C-7335-4C1A-9EBE-6EE0F9B43326}" type="presParOf" srcId="{359C18B7-E924-46DC-AB79-51173290DC63}" destId="{F104316E-4115-4205-AABD-D26818BCE4CA}" srcOrd="2" destOrd="0" presId="urn:microsoft.com/office/officeart/2018/2/layout/IconLabelList"/>
    <dgm:cxn modelId="{470A737D-AEAC-4A86-B6F4-BDC21640F78D}" type="presParOf" srcId="{52648811-FFA7-4E30-BC2E-FC834979528E}" destId="{1937CB2C-F0A3-4DA2-8B8E-BDFF99196052}" srcOrd="1" destOrd="0" presId="urn:microsoft.com/office/officeart/2018/2/layout/IconLabelList"/>
    <dgm:cxn modelId="{0B793A7B-68F9-4719-942B-67CE854A1AC1}" type="presParOf" srcId="{52648811-FFA7-4E30-BC2E-FC834979528E}" destId="{C4D33659-8C72-4060-A544-4F9667487A3C}" srcOrd="2" destOrd="0" presId="urn:microsoft.com/office/officeart/2018/2/layout/IconLabelList"/>
    <dgm:cxn modelId="{4545BCD2-C69C-47FF-8870-C22F96FC7AF5}" type="presParOf" srcId="{C4D33659-8C72-4060-A544-4F9667487A3C}" destId="{A9919624-D2EF-4359-AA24-951817AF8986}" srcOrd="0" destOrd="0" presId="urn:microsoft.com/office/officeart/2018/2/layout/IconLabelList"/>
    <dgm:cxn modelId="{B9DCED88-07E8-44BE-A8A5-71E0F974CBD9}" type="presParOf" srcId="{C4D33659-8C72-4060-A544-4F9667487A3C}" destId="{E8EE6A3A-DC13-4D18-A037-C4597797389D}" srcOrd="1" destOrd="0" presId="urn:microsoft.com/office/officeart/2018/2/layout/IconLabelList"/>
    <dgm:cxn modelId="{1BB7D246-3FDE-49F1-95CE-93B68DDEACAE}" type="presParOf" srcId="{C4D33659-8C72-4060-A544-4F9667487A3C}" destId="{2F0D7091-4813-488B-B876-81D342A3A4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50A2B9-79BC-4F4D-A428-CA2A698DC5A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4190D78-E744-4D29-B07F-91783C691C91}">
      <dgm:prSet/>
      <dgm:spPr/>
      <dgm:t>
        <a:bodyPr/>
        <a:lstStyle/>
        <a:p>
          <a:pPr>
            <a:defRPr cap="all"/>
          </a:pPr>
          <a:r>
            <a:rPr lang="en-US"/>
            <a:t>To design a simple, user-friendly financial management tool.</a:t>
          </a:r>
          <a:br>
            <a:rPr lang="en-US"/>
          </a:br>
          <a:br>
            <a:rPr lang="en-US"/>
          </a:br>
          <a:endParaRPr lang="en-US"/>
        </a:p>
      </dgm:t>
    </dgm:pt>
    <dgm:pt modelId="{070FB34D-31DC-4E81-9E3D-587054A386B5}" type="parTrans" cxnId="{7CC3BDD5-DBAE-43CD-9493-6E6DE58FBFB7}">
      <dgm:prSet/>
      <dgm:spPr/>
      <dgm:t>
        <a:bodyPr/>
        <a:lstStyle/>
        <a:p>
          <a:endParaRPr lang="en-US"/>
        </a:p>
      </dgm:t>
    </dgm:pt>
    <dgm:pt modelId="{0EED2853-ED60-4C9A-8B49-0C93AA009352}" type="sibTrans" cxnId="{7CC3BDD5-DBAE-43CD-9493-6E6DE58FBFB7}">
      <dgm:prSet/>
      <dgm:spPr/>
      <dgm:t>
        <a:bodyPr/>
        <a:lstStyle/>
        <a:p>
          <a:endParaRPr lang="en-US"/>
        </a:p>
      </dgm:t>
    </dgm:pt>
    <dgm:pt modelId="{6DAE228B-398F-4633-8F27-DD658269CEB1}">
      <dgm:prSet/>
      <dgm:spPr/>
      <dgm:t>
        <a:bodyPr/>
        <a:lstStyle/>
        <a:p>
          <a:pPr>
            <a:defRPr cap="all"/>
          </a:pPr>
          <a:r>
            <a:rPr lang="en-US"/>
            <a:t>To allow users to log, edit, and view their daily expenses.</a:t>
          </a:r>
          <a:br>
            <a:rPr lang="en-US"/>
          </a:br>
          <a:br>
            <a:rPr lang="en-US"/>
          </a:br>
          <a:endParaRPr lang="en-US"/>
        </a:p>
      </dgm:t>
    </dgm:pt>
    <dgm:pt modelId="{C8640679-4423-4507-A0A5-CE84A62F35A2}" type="parTrans" cxnId="{B35741C1-81F7-4879-9594-E9A314AE47DF}">
      <dgm:prSet/>
      <dgm:spPr/>
      <dgm:t>
        <a:bodyPr/>
        <a:lstStyle/>
        <a:p>
          <a:endParaRPr lang="en-US"/>
        </a:p>
      </dgm:t>
    </dgm:pt>
    <dgm:pt modelId="{144AE7F3-9501-4A60-B605-CAAE6BF0161D}" type="sibTrans" cxnId="{B35741C1-81F7-4879-9594-E9A314AE47DF}">
      <dgm:prSet/>
      <dgm:spPr/>
      <dgm:t>
        <a:bodyPr/>
        <a:lstStyle/>
        <a:p>
          <a:endParaRPr lang="en-US"/>
        </a:p>
      </dgm:t>
    </dgm:pt>
    <dgm:pt modelId="{9957D6DE-061D-45D9-9CFD-3C8BBCC6CF57}">
      <dgm:prSet/>
      <dgm:spPr/>
      <dgm:t>
        <a:bodyPr/>
        <a:lstStyle/>
        <a:p>
          <a:pPr>
            <a:defRPr cap="all"/>
          </a:pPr>
          <a:r>
            <a:rPr lang="en-US"/>
            <a:t>To ensure data is saved securely and can be retrieved anytime.</a:t>
          </a:r>
        </a:p>
      </dgm:t>
    </dgm:pt>
    <dgm:pt modelId="{7D88EB93-F50A-43C7-8F0B-FBC4E211AC76}" type="parTrans" cxnId="{6F97DC12-5536-4C64-967C-EBC2477475BA}">
      <dgm:prSet/>
      <dgm:spPr/>
      <dgm:t>
        <a:bodyPr/>
        <a:lstStyle/>
        <a:p>
          <a:endParaRPr lang="en-US"/>
        </a:p>
      </dgm:t>
    </dgm:pt>
    <dgm:pt modelId="{C25B00F2-AB1F-484A-B4E9-E35AB06AA4BD}" type="sibTrans" cxnId="{6F97DC12-5536-4C64-967C-EBC2477475BA}">
      <dgm:prSet/>
      <dgm:spPr/>
      <dgm:t>
        <a:bodyPr/>
        <a:lstStyle/>
        <a:p>
          <a:endParaRPr lang="en-US"/>
        </a:p>
      </dgm:t>
    </dgm:pt>
    <dgm:pt modelId="{1379F920-F25E-4720-837C-7CF29C73510C}" type="pres">
      <dgm:prSet presAssocID="{2550A2B9-79BC-4F4D-A428-CA2A698DC5A1}" presName="root" presStyleCnt="0">
        <dgm:presLayoutVars>
          <dgm:dir/>
          <dgm:resizeHandles val="exact"/>
        </dgm:presLayoutVars>
      </dgm:prSet>
      <dgm:spPr/>
    </dgm:pt>
    <dgm:pt modelId="{FED1587E-5C22-4F20-AA2E-FA5E3BDFABC7}" type="pres">
      <dgm:prSet presAssocID="{34190D78-E744-4D29-B07F-91783C691C91}" presName="compNode" presStyleCnt="0"/>
      <dgm:spPr/>
    </dgm:pt>
    <dgm:pt modelId="{ECD99892-A53A-47E5-A9EF-32B64EAD310D}" type="pres">
      <dgm:prSet presAssocID="{34190D78-E744-4D29-B07F-91783C691C91}" presName="iconBgRect" presStyleLbl="bgShp" presStyleIdx="0" presStyleCnt="3"/>
      <dgm:spPr/>
    </dgm:pt>
    <dgm:pt modelId="{D83F80BE-2AFB-4547-852D-16D437E09565}" type="pres">
      <dgm:prSet presAssocID="{34190D78-E744-4D29-B07F-91783C691C9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E4C62C6-311F-4804-8D2D-4EA5F0F5D189}" type="pres">
      <dgm:prSet presAssocID="{34190D78-E744-4D29-B07F-91783C691C91}" presName="spaceRect" presStyleCnt="0"/>
      <dgm:spPr/>
    </dgm:pt>
    <dgm:pt modelId="{C801994A-9958-4A29-A176-E036FFD1F1EF}" type="pres">
      <dgm:prSet presAssocID="{34190D78-E744-4D29-B07F-91783C691C91}" presName="textRect" presStyleLbl="revTx" presStyleIdx="0" presStyleCnt="3">
        <dgm:presLayoutVars>
          <dgm:chMax val="1"/>
          <dgm:chPref val="1"/>
        </dgm:presLayoutVars>
      </dgm:prSet>
      <dgm:spPr/>
    </dgm:pt>
    <dgm:pt modelId="{4979C332-8AD7-4529-A212-21873106D828}" type="pres">
      <dgm:prSet presAssocID="{0EED2853-ED60-4C9A-8B49-0C93AA009352}" presName="sibTrans" presStyleCnt="0"/>
      <dgm:spPr/>
    </dgm:pt>
    <dgm:pt modelId="{8B6AD24D-B3B4-49FC-9A8B-731DED6B5D89}" type="pres">
      <dgm:prSet presAssocID="{6DAE228B-398F-4633-8F27-DD658269CEB1}" presName="compNode" presStyleCnt="0"/>
      <dgm:spPr/>
    </dgm:pt>
    <dgm:pt modelId="{0D7CA4A3-EE41-4EB0-B464-22CB6138BE17}" type="pres">
      <dgm:prSet presAssocID="{6DAE228B-398F-4633-8F27-DD658269CEB1}" presName="iconBgRect" presStyleLbl="bgShp" presStyleIdx="1" presStyleCnt="3"/>
      <dgm:spPr/>
    </dgm:pt>
    <dgm:pt modelId="{831577A4-9368-472D-B0AF-BD674021398B}" type="pres">
      <dgm:prSet presAssocID="{6DAE228B-398F-4633-8F27-DD658269CE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D6072AE3-4715-4E36-A09B-F7A861AD1147}" type="pres">
      <dgm:prSet presAssocID="{6DAE228B-398F-4633-8F27-DD658269CEB1}" presName="spaceRect" presStyleCnt="0"/>
      <dgm:spPr/>
    </dgm:pt>
    <dgm:pt modelId="{7B0BD860-B989-4B4C-9790-E4D2696ABD6F}" type="pres">
      <dgm:prSet presAssocID="{6DAE228B-398F-4633-8F27-DD658269CEB1}" presName="textRect" presStyleLbl="revTx" presStyleIdx="1" presStyleCnt="3">
        <dgm:presLayoutVars>
          <dgm:chMax val="1"/>
          <dgm:chPref val="1"/>
        </dgm:presLayoutVars>
      </dgm:prSet>
      <dgm:spPr/>
    </dgm:pt>
    <dgm:pt modelId="{B3DE1F23-1485-451E-A47B-0AC98BB0693C}" type="pres">
      <dgm:prSet presAssocID="{144AE7F3-9501-4A60-B605-CAAE6BF0161D}" presName="sibTrans" presStyleCnt="0"/>
      <dgm:spPr/>
    </dgm:pt>
    <dgm:pt modelId="{0DE5B707-4867-4B74-A208-B2448C9DFDD7}" type="pres">
      <dgm:prSet presAssocID="{9957D6DE-061D-45D9-9CFD-3C8BBCC6CF57}" presName="compNode" presStyleCnt="0"/>
      <dgm:spPr/>
    </dgm:pt>
    <dgm:pt modelId="{761555B7-B196-49A5-8E9C-93F237B56045}" type="pres">
      <dgm:prSet presAssocID="{9957D6DE-061D-45D9-9CFD-3C8BBCC6CF57}" presName="iconBgRect" presStyleLbl="bgShp" presStyleIdx="2" presStyleCnt="3"/>
      <dgm:spPr/>
    </dgm:pt>
    <dgm:pt modelId="{E1DE37E4-FEC2-4D6F-AE83-8301BF2789EB}" type="pres">
      <dgm:prSet presAssocID="{9957D6DE-061D-45D9-9CFD-3C8BBCC6CF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938756D-C02F-476B-BFD5-64A09DD9E765}" type="pres">
      <dgm:prSet presAssocID="{9957D6DE-061D-45D9-9CFD-3C8BBCC6CF57}" presName="spaceRect" presStyleCnt="0"/>
      <dgm:spPr/>
    </dgm:pt>
    <dgm:pt modelId="{CD211930-0099-496E-9A2D-FE614B58082F}" type="pres">
      <dgm:prSet presAssocID="{9957D6DE-061D-45D9-9CFD-3C8BBCC6CF5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7BF8409-29A9-4B51-BF70-DE1FB4788CC2}" type="presOf" srcId="{34190D78-E744-4D29-B07F-91783C691C91}" destId="{C801994A-9958-4A29-A176-E036FFD1F1EF}" srcOrd="0" destOrd="0" presId="urn:microsoft.com/office/officeart/2018/5/layout/IconCircleLabelList"/>
    <dgm:cxn modelId="{6F97DC12-5536-4C64-967C-EBC2477475BA}" srcId="{2550A2B9-79BC-4F4D-A428-CA2A698DC5A1}" destId="{9957D6DE-061D-45D9-9CFD-3C8BBCC6CF57}" srcOrd="2" destOrd="0" parTransId="{7D88EB93-F50A-43C7-8F0B-FBC4E211AC76}" sibTransId="{C25B00F2-AB1F-484A-B4E9-E35AB06AA4BD}"/>
    <dgm:cxn modelId="{8E257627-4859-4836-BC5D-22FEAF8FF397}" type="presOf" srcId="{2550A2B9-79BC-4F4D-A428-CA2A698DC5A1}" destId="{1379F920-F25E-4720-837C-7CF29C73510C}" srcOrd="0" destOrd="0" presId="urn:microsoft.com/office/officeart/2018/5/layout/IconCircleLabelList"/>
    <dgm:cxn modelId="{8188762A-5B90-478F-8A81-AF6215852DE5}" type="presOf" srcId="{6DAE228B-398F-4633-8F27-DD658269CEB1}" destId="{7B0BD860-B989-4B4C-9790-E4D2696ABD6F}" srcOrd="0" destOrd="0" presId="urn:microsoft.com/office/officeart/2018/5/layout/IconCircleLabelList"/>
    <dgm:cxn modelId="{5605209E-3372-4D30-9A0E-16A7B61598F4}" type="presOf" srcId="{9957D6DE-061D-45D9-9CFD-3C8BBCC6CF57}" destId="{CD211930-0099-496E-9A2D-FE614B58082F}" srcOrd="0" destOrd="0" presId="urn:microsoft.com/office/officeart/2018/5/layout/IconCircleLabelList"/>
    <dgm:cxn modelId="{B35741C1-81F7-4879-9594-E9A314AE47DF}" srcId="{2550A2B9-79BC-4F4D-A428-CA2A698DC5A1}" destId="{6DAE228B-398F-4633-8F27-DD658269CEB1}" srcOrd="1" destOrd="0" parTransId="{C8640679-4423-4507-A0A5-CE84A62F35A2}" sibTransId="{144AE7F3-9501-4A60-B605-CAAE6BF0161D}"/>
    <dgm:cxn modelId="{7CC3BDD5-DBAE-43CD-9493-6E6DE58FBFB7}" srcId="{2550A2B9-79BC-4F4D-A428-CA2A698DC5A1}" destId="{34190D78-E744-4D29-B07F-91783C691C91}" srcOrd="0" destOrd="0" parTransId="{070FB34D-31DC-4E81-9E3D-587054A386B5}" sibTransId="{0EED2853-ED60-4C9A-8B49-0C93AA009352}"/>
    <dgm:cxn modelId="{EB03C4E4-2121-4035-B3A5-19E7D9E23F5D}" type="presParOf" srcId="{1379F920-F25E-4720-837C-7CF29C73510C}" destId="{FED1587E-5C22-4F20-AA2E-FA5E3BDFABC7}" srcOrd="0" destOrd="0" presId="urn:microsoft.com/office/officeart/2018/5/layout/IconCircleLabelList"/>
    <dgm:cxn modelId="{EB9BFEA3-3C05-4383-8734-B1FDA5F3B8E6}" type="presParOf" srcId="{FED1587E-5C22-4F20-AA2E-FA5E3BDFABC7}" destId="{ECD99892-A53A-47E5-A9EF-32B64EAD310D}" srcOrd="0" destOrd="0" presId="urn:microsoft.com/office/officeart/2018/5/layout/IconCircleLabelList"/>
    <dgm:cxn modelId="{92BE078D-12D7-4CD4-83E8-523FD27F5C55}" type="presParOf" srcId="{FED1587E-5C22-4F20-AA2E-FA5E3BDFABC7}" destId="{D83F80BE-2AFB-4547-852D-16D437E09565}" srcOrd="1" destOrd="0" presId="urn:microsoft.com/office/officeart/2018/5/layout/IconCircleLabelList"/>
    <dgm:cxn modelId="{00FFAE42-9817-49DC-898C-C64E5D01166D}" type="presParOf" srcId="{FED1587E-5C22-4F20-AA2E-FA5E3BDFABC7}" destId="{DE4C62C6-311F-4804-8D2D-4EA5F0F5D189}" srcOrd="2" destOrd="0" presId="urn:microsoft.com/office/officeart/2018/5/layout/IconCircleLabelList"/>
    <dgm:cxn modelId="{E1CEF28D-CFC0-4A15-AF71-06DEE70C99BC}" type="presParOf" srcId="{FED1587E-5C22-4F20-AA2E-FA5E3BDFABC7}" destId="{C801994A-9958-4A29-A176-E036FFD1F1EF}" srcOrd="3" destOrd="0" presId="urn:microsoft.com/office/officeart/2018/5/layout/IconCircleLabelList"/>
    <dgm:cxn modelId="{6DA3BCE1-8F25-4D42-A899-BCF6E8E0692F}" type="presParOf" srcId="{1379F920-F25E-4720-837C-7CF29C73510C}" destId="{4979C332-8AD7-4529-A212-21873106D828}" srcOrd="1" destOrd="0" presId="urn:microsoft.com/office/officeart/2018/5/layout/IconCircleLabelList"/>
    <dgm:cxn modelId="{482E882A-E7BE-4447-A825-3D860080AE59}" type="presParOf" srcId="{1379F920-F25E-4720-837C-7CF29C73510C}" destId="{8B6AD24D-B3B4-49FC-9A8B-731DED6B5D89}" srcOrd="2" destOrd="0" presId="urn:microsoft.com/office/officeart/2018/5/layout/IconCircleLabelList"/>
    <dgm:cxn modelId="{683973A4-1F13-4FA8-A8A8-6316234EAAD5}" type="presParOf" srcId="{8B6AD24D-B3B4-49FC-9A8B-731DED6B5D89}" destId="{0D7CA4A3-EE41-4EB0-B464-22CB6138BE17}" srcOrd="0" destOrd="0" presId="urn:microsoft.com/office/officeart/2018/5/layout/IconCircleLabelList"/>
    <dgm:cxn modelId="{12A04F88-4AC5-4577-AEF3-E57594FEC9EB}" type="presParOf" srcId="{8B6AD24D-B3B4-49FC-9A8B-731DED6B5D89}" destId="{831577A4-9368-472D-B0AF-BD674021398B}" srcOrd="1" destOrd="0" presId="urn:microsoft.com/office/officeart/2018/5/layout/IconCircleLabelList"/>
    <dgm:cxn modelId="{9C3DEB00-2EB0-4E01-966E-F8BD1E5C01F8}" type="presParOf" srcId="{8B6AD24D-B3B4-49FC-9A8B-731DED6B5D89}" destId="{D6072AE3-4715-4E36-A09B-F7A861AD1147}" srcOrd="2" destOrd="0" presId="urn:microsoft.com/office/officeart/2018/5/layout/IconCircleLabelList"/>
    <dgm:cxn modelId="{BC40A20B-B259-4B9E-9318-E62499AF3EC0}" type="presParOf" srcId="{8B6AD24D-B3B4-49FC-9A8B-731DED6B5D89}" destId="{7B0BD860-B989-4B4C-9790-E4D2696ABD6F}" srcOrd="3" destOrd="0" presId="urn:microsoft.com/office/officeart/2018/5/layout/IconCircleLabelList"/>
    <dgm:cxn modelId="{3905CEB4-297A-4C8C-9411-8432878C7EB6}" type="presParOf" srcId="{1379F920-F25E-4720-837C-7CF29C73510C}" destId="{B3DE1F23-1485-451E-A47B-0AC98BB0693C}" srcOrd="3" destOrd="0" presId="urn:microsoft.com/office/officeart/2018/5/layout/IconCircleLabelList"/>
    <dgm:cxn modelId="{1D9D8267-99EE-4FF7-9056-8D948C993B54}" type="presParOf" srcId="{1379F920-F25E-4720-837C-7CF29C73510C}" destId="{0DE5B707-4867-4B74-A208-B2448C9DFDD7}" srcOrd="4" destOrd="0" presId="urn:microsoft.com/office/officeart/2018/5/layout/IconCircleLabelList"/>
    <dgm:cxn modelId="{E32842E2-7794-4CD1-B6E6-B08D76EC7C60}" type="presParOf" srcId="{0DE5B707-4867-4B74-A208-B2448C9DFDD7}" destId="{761555B7-B196-49A5-8E9C-93F237B56045}" srcOrd="0" destOrd="0" presId="urn:microsoft.com/office/officeart/2018/5/layout/IconCircleLabelList"/>
    <dgm:cxn modelId="{90338886-4557-4EEE-8B8D-5A2D36E1CF5B}" type="presParOf" srcId="{0DE5B707-4867-4B74-A208-B2448C9DFDD7}" destId="{E1DE37E4-FEC2-4D6F-AE83-8301BF2789EB}" srcOrd="1" destOrd="0" presId="urn:microsoft.com/office/officeart/2018/5/layout/IconCircleLabelList"/>
    <dgm:cxn modelId="{D5FC3ED7-E125-47AA-83B1-3EE5DB7B52B6}" type="presParOf" srcId="{0DE5B707-4867-4B74-A208-B2448C9DFDD7}" destId="{A938756D-C02F-476B-BFD5-64A09DD9E765}" srcOrd="2" destOrd="0" presId="urn:microsoft.com/office/officeart/2018/5/layout/IconCircleLabelList"/>
    <dgm:cxn modelId="{E0D9184A-3415-45DD-88C0-009570A46B37}" type="presParOf" srcId="{0DE5B707-4867-4B74-A208-B2448C9DFDD7}" destId="{CD211930-0099-496E-9A2D-FE614B58082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DEFD79-7EA2-45F7-92A7-494366A5767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2BA26C4-2710-4268-8318-0B5140A741D1}">
      <dgm:prSet/>
      <dgm:spPr/>
      <dgm:t>
        <a:bodyPr/>
        <a:lstStyle/>
        <a:p>
          <a:r>
            <a:rPr lang="en-US" b="1"/>
            <a:t>Add Expense/User:</a:t>
          </a:r>
          <a:r>
            <a:rPr lang="en-US"/>
            <a:t> Users can enter details such as amount, category, and date and create new user.</a:t>
          </a:r>
          <a:br>
            <a:rPr lang="en-US"/>
          </a:br>
          <a:br>
            <a:rPr lang="en-US"/>
          </a:br>
          <a:endParaRPr lang="en-US"/>
        </a:p>
      </dgm:t>
    </dgm:pt>
    <dgm:pt modelId="{DB91BAF4-8C87-4F4B-8803-9643116C9FEB}" type="parTrans" cxnId="{BAC93EE2-B0B9-4E03-8B00-CE1683970261}">
      <dgm:prSet/>
      <dgm:spPr/>
      <dgm:t>
        <a:bodyPr/>
        <a:lstStyle/>
        <a:p>
          <a:endParaRPr lang="en-US"/>
        </a:p>
      </dgm:t>
    </dgm:pt>
    <dgm:pt modelId="{191CB62E-B3D6-46D7-829A-D921582522D3}" type="sibTrans" cxnId="{BAC93EE2-B0B9-4E03-8B00-CE1683970261}">
      <dgm:prSet/>
      <dgm:spPr/>
      <dgm:t>
        <a:bodyPr/>
        <a:lstStyle/>
        <a:p>
          <a:endParaRPr lang="en-US"/>
        </a:p>
      </dgm:t>
    </dgm:pt>
    <dgm:pt modelId="{71729A22-E665-4B52-BFEC-1D54A88BE12B}">
      <dgm:prSet/>
      <dgm:spPr/>
      <dgm:t>
        <a:bodyPr/>
        <a:lstStyle/>
        <a:p>
          <a:r>
            <a:rPr lang="en-US" b="1"/>
            <a:t>View Expense History:</a:t>
          </a:r>
          <a:r>
            <a:rPr lang="en-US"/>
            <a:t> Displays all past entries in a list or grid.</a:t>
          </a:r>
          <a:br>
            <a:rPr lang="en-US"/>
          </a:br>
          <a:br>
            <a:rPr lang="en-US"/>
          </a:br>
          <a:endParaRPr lang="en-US"/>
        </a:p>
      </dgm:t>
    </dgm:pt>
    <dgm:pt modelId="{0CEDD25C-09D9-44BA-A7C0-5B412ACEE858}" type="parTrans" cxnId="{D494133A-A511-4E94-84C4-1F8DC9E6D886}">
      <dgm:prSet/>
      <dgm:spPr/>
      <dgm:t>
        <a:bodyPr/>
        <a:lstStyle/>
        <a:p>
          <a:endParaRPr lang="en-US"/>
        </a:p>
      </dgm:t>
    </dgm:pt>
    <dgm:pt modelId="{97AABD8F-6AB0-45D2-B314-0DA4A5B9DD1B}" type="sibTrans" cxnId="{D494133A-A511-4E94-84C4-1F8DC9E6D886}">
      <dgm:prSet/>
      <dgm:spPr/>
      <dgm:t>
        <a:bodyPr/>
        <a:lstStyle/>
        <a:p>
          <a:endParaRPr lang="en-US"/>
        </a:p>
      </dgm:t>
    </dgm:pt>
    <dgm:pt modelId="{D6F7AA94-517A-440B-8895-8FF6BEA404A4}">
      <dgm:prSet/>
      <dgm:spPr/>
      <dgm:t>
        <a:bodyPr/>
        <a:lstStyle/>
        <a:p>
          <a:r>
            <a:rPr lang="en-US" b="1"/>
            <a:t>Edit or Delete Entries:</a:t>
          </a:r>
          <a:r>
            <a:rPr lang="en-US"/>
            <a:t> Allows modification or removal of expense and user.</a:t>
          </a:r>
        </a:p>
      </dgm:t>
    </dgm:pt>
    <dgm:pt modelId="{D4078C7D-A9AE-4F7C-B86A-12B53B4F92ED}" type="parTrans" cxnId="{B7DDCB52-1A79-458E-860A-39A07F287270}">
      <dgm:prSet/>
      <dgm:spPr/>
      <dgm:t>
        <a:bodyPr/>
        <a:lstStyle/>
        <a:p>
          <a:endParaRPr lang="en-US"/>
        </a:p>
      </dgm:t>
    </dgm:pt>
    <dgm:pt modelId="{5FC3AC91-396E-4F90-83A2-419E52725FE9}" type="sibTrans" cxnId="{B7DDCB52-1A79-458E-860A-39A07F287270}">
      <dgm:prSet/>
      <dgm:spPr/>
      <dgm:t>
        <a:bodyPr/>
        <a:lstStyle/>
        <a:p>
          <a:endParaRPr lang="en-US"/>
        </a:p>
      </dgm:t>
    </dgm:pt>
    <dgm:pt modelId="{87B21016-5CA3-4475-878D-15A46F8E0D55}">
      <dgm:prSet/>
      <dgm:spPr/>
      <dgm:t>
        <a:bodyPr/>
        <a:lstStyle/>
        <a:p>
          <a:r>
            <a:rPr lang="en-US" dirty="0"/>
            <a:t>Export in CSV format: Export users information as CSV format and view the records in new window.</a:t>
          </a:r>
        </a:p>
      </dgm:t>
    </dgm:pt>
    <dgm:pt modelId="{F7420073-9EEE-4FD3-AD83-3971C70B8188}" type="parTrans" cxnId="{CCD9615C-A117-4C7C-885E-58F6302BFA93}">
      <dgm:prSet/>
      <dgm:spPr/>
      <dgm:t>
        <a:bodyPr/>
        <a:lstStyle/>
        <a:p>
          <a:endParaRPr lang="en-US"/>
        </a:p>
      </dgm:t>
    </dgm:pt>
    <dgm:pt modelId="{ABFE78F3-400F-4B76-AADC-EE1A2B0628EE}" type="sibTrans" cxnId="{CCD9615C-A117-4C7C-885E-58F6302BFA93}">
      <dgm:prSet/>
      <dgm:spPr/>
      <dgm:t>
        <a:bodyPr/>
        <a:lstStyle/>
        <a:p>
          <a:endParaRPr lang="en-US"/>
        </a:p>
      </dgm:t>
    </dgm:pt>
    <dgm:pt modelId="{3A7EDABB-DC9C-49EA-A772-E7C6F2D3071D}">
      <dgm:prSet/>
      <dgm:spPr/>
      <dgm:t>
        <a:bodyPr/>
        <a:lstStyle/>
        <a:p>
          <a:r>
            <a:rPr lang="en-US"/>
            <a:t>Localization in 3 languages.</a:t>
          </a:r>
        </a:p>
      </dgm:t>
    </dgm:pt>
    <dgm:pt modelId="{690D5C46-9D01-4180-9004-85D32D63A127}" type="parTrans" cxnId="{469FCB09-0B44-404C-916E-E552EF629ECD}">
      <dgm:prSet/>
      <dgm:spPr/>
      <dgm:t>
        <a:bodyPr/>
        <a:lstStyle/>
        <a:p>
          <a:endParaRPr lang="en-US"/>
        </a:p>
      </dgm:t>
    </dgm:pt>
    <dgm:pt modelId="{2BEA1DA4-F2C9-47F3-8352-8D6478A870BA}" type="sibTrans" cxnId="{469FCB09-0B44-404C-916E-E552EF629ECD}">
      <dgm:prSet/>
      <dgm:spPr/>
      <dgm:t>
        <a:bodyPr/>
        <a:lstStyle/>
        <a:p>
          <a:endParaRPr lang="en-US"/>
        </a:p>
      </dgm:t>
    </dgm:pt>
    <dgm:pt modelId="{7CA539CB-6B45-416C-B350-DCF8AF306835}" type="pres">
      <dgm:prSet presAssocID="{8FDEFD79-7EA2-45F7-92A7-494366A5767C}" presName="linear" presStyleCnt="0">
        <dgm:presLayoutVars>
          <dgm:animLvl val="lvl"/>
          <dgm:resizeHandles val="exact"/>
        </dgm:presLayoutVars>
      </dgm:prSet>
      <dgm:spPr/>
    </dgm:pt>
    <dgm:pt modelId="{2EDA64CA-CECA-4FE2-A17F-1F8BA44D6B7B}" type="pres">
      <dgm:prSet presAssocID="{D2BA26C4-2710-4268-8318-0B5140A741D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A597C76-5945-4704-9E3C-DBE97E9A1745}" type="pres">
      <dgm:prSet presAssocID="{191CB62E-B3D6-46D7-829A-D921582522D3}" presName="spacer" presStyleCnt="0"/>
      <dgm:spPr/>
    </dgm:pt>
    <dgm:pt modelId="{BCB1E970-80B2-4FF1-B210-34D3F001DE89}" type="pres">
      <dgm:prSet presAssocID="{71729A22-E665-4B52-BFEC-1D54A88BE12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8081DAC-5C26-47AE-B93A-A5DDF239ADFE}" type="pres">
      <dgm:prSet presAssocID="{97AABD8F-6AB0-45D2-B314-0DA4A5B9DD1B}" presName="spacer" presStyleCnt="0"/>
      <dgm:spPr/>
    </dgm:pt>
    <dgm:pt modelId="{55BDFC41-9D42-4FC2-AA8A-FDEAD741D5C5}" type="pres">
      <dgm:prSet presAssocID="{D6F7AA94-517A-440B-8895-8FF6BEA404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B9F2B3F-3B04-415D-AF2B-D0A5D8022452}" type="pres">
      <dgm:prSet presAssocID="{5FC3AC91-396E-4F90-83A2-419E52725FE9}" presName="spacer" presStyleCnt="0"/>
      <dgm:spPr/>
    </dgm:pt>
    <dgm:pt modelId="{FE31A256-A117-42FD-9685-87FDB455C266}" type="pres">
      <dgm:prSet presAssocID="{87B21016-5CA3-4475-878D-15A46F8E0D5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13929A6-2D3E-42E1-B4AC-22824868CD0C}" type="pres">
      <dgm:prSet presAssocID="{ABFE78F3-400F-4B76-AADC-EE1A2B0628EE}" presName="spacer" presStyleCnt="0"/>
      <dgm:spPr/>
    </dgm:pt>
    <dgm:pt modelId="{FD25C3BA-E73D-48E1-8655-C088989697BA}" type="pres">
      <dgm:prSet presAssocID="{3A7EDABB-DC9C-49EA-A772-E7C6F2D3071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69FCB09-0B44-404C-916E-E552EF629ECD}" srcId="{8FDEFD79-7EA2-45F7-92A7-494366A5767C}" destId="{3A7EDABB-DC9C-49EA-A772-E7C6F2D3071D}" srcOrd="4" destOrd="0" parTransId="{690D5C46-9D01-4180-9004-85D32D63A127}" sibTransId="{2BEA1DA4-F2C9-47F3-8352-8D6478A870BA}"/>
    <dgm:cxn modelId="{FB0FD712-101D-4FCC-B169-AD35862F3771}" type="presOf" srcId="{3A7EDABB-DC9C-49EA-A772-E7C6F2D3071D}" destId="{FD25C3BA-E73D-48E1-8655-C088989697BA}" srcOrd="0" destOrd="0" presId="urn:microsoft.com/office/officeart/2005/8/layout/vList2"/>
    <dgm:cxn modelId="{30A77B21-28EA-460F-8081-ACA3E6FA5438}" type="presOf" srcId="{71729A22-E665-4B52-BFEC-1D54A88BE12B}" destId="{BCB1E970-80B2-4FF1-B210-34D3F001DE89}" srcOrd="0" destOrd="0" presId="urn:microsoft.com/office/officeart/2005/8/layout/vList2"/>
    <dgm:cxn modelId="{D494133A-A511-4E94-84C4-1F8DC9E6D886}" srcId="{8FDEFD79-7EA2-45F7-92A7-494366A5767C}" destId="{71729A22-E665-4B52-BFEC-1D54A88BE12B}" srcOrd="1" destOrd="0" parTransId="{0CEDD25C-09D9-44BA-A7C0-5B412ACEE858}" sibTransId="{97AABD8F-6AB0-45D2-B314-0DA4A5B9DD1B}"/>
    <dgm:cxn modelId="{CCD9615C-A117-4C7C-885E-58F6302BFA93}" srcId="{8FDEFD79-7EA2-45F7-92A7-494366A5767C}" destId="{87B21016-5CA3-4475-878D-15A46F8E0D55}" srcOrd="3" destOrd="0" parTransId="{F7420073-9EEE-4FD3-AD83-3971C70B8188}" sibTransId="{ABFE78F3-400F-4B76-AADC-EE1A2B0628EE}"/>
    <dgm:cxn modelId="{0DDBD041-21CA-48F9-9AD5-E13C9846FCBE}" type="presOf" srcId="{D2BA26C4-2710-4268-8318-0B5140A741D1}" destId="{2EDA64CA-CECA-4FE2-A17F-1F8BA44D6B7B}" srcOrd="0" destOrd="0" presId="urn:microsoft.com/office/officeart/2005/8/layout/vList2"/>
    <dgm:cxn modelId="{00DD2964-3430-4420-AECD-0D4A50EDAEDC}" type="presOf" srcId="{8FDEFD79-7EA2-45F7-92A7-494366A5767C}" destId="{7CA539CB-6B45-416C-B350-DCF8AF306835}" srcOrd="0" destOrd="0" presId="urn:microsoft.com/office/officeart/2005/8/layout/vList2"/>
    <dgm:cxn modelId="{B7DDCB52-1A79-458E-860A-39A07F287270}" srcId="{8FDEFD79-7EA2-45F7-92A7-494366A5767C}" destId="{D6F7AA94-517A-440B-8895-8FF6BEA404A4}" srcOrd="2" destOrd="0" parTransId="{D4078C7D-A9AE-4F7C-B86A-12B53B4F92ED}" sibTransId="{5FC3AC91-396E-4F90-83A2-419E52725FE9}"/>
    <dgm:cxn modelId="{82222B93-D7C8-48D7-A3AB-58A27B512046}" type="presOf" srcId="{D6F7AA94-517A-440B-8895-8FF6BEA404A4}" destId="{55BDFC41-9D42-4FC2-AA8A-FDEAD741D5C5}" srcOrd="0" destOrd="0" presId="urn:microsoft.com/office/officeart/2005/8/layout/vList2"/>
    <dgm:cxn modelId="{BAC93EE2-B0B9-4E03-8B00-CE1683970261}" srcId="{8FDEFD79-7EA2-45F7-92A7-494366A5767C}" destId="{D2BA26C4-2710-4268-8318-0B5140A741D1}" srcOrd="0" destOrd="0" parTransId="{DB91BAF4-8C87-4F4B-8803-9643116C9FEB}" sibTransId="{191CB62E-B3D6-46D7-829A-D921582522D3}"/>
    <dgm:cxn modelId="{DC13ECF8-2DD5-48F5-9028-D1DB7E229536}" type="presOf" srcId="{87B21016-5CA3-4475-878D-15A46F8E0D55}" destId="{FE31A256-A117-42FD-9685-87FDB455C266}" srcOrd="0" destOrd="0" presId="urn:microsoft.com/office/officeart/2005/8/layout/vList2"/>
    <dgm:cxn modelId="{B1405F3C-1F57-481A-9353-1965F1C980F1}" type="presParOf" srcId="{7CA539CB-6B45-416C-B350-DCF8AF306835}" destId="{2EDA64CA-CECA-4FE2-A17F-1F8BA44D6B7B}" srcOrd="0" destOrd="0" presId="urn:microsoft.com/office/officeart/2005/8/layout/vList2"/>
    <dgm:cxn modelId="{41CC5773-F675-4F11-8A40-660B27E002B0}" type="presParOf" srcId="{7CA539CB-6B45-416C-B350-DCF8AF306835}" destId="{2A597C76-5945-4704-9E3C-DBE97E9A1745}" srcOrd="1" destOrd="0" presId="urn:microsoft.com/office/officeart/2005/8/layout/vList2"/>
    <dgm:cxn modelId="{26ADCC12-372A-42B0-814D-E7E36D80AEEF}" type="presParOf" srcId="{7CA539CB-6B45-416C-B350-DCF8AF306835}" destId="{BCB1E970-80B2-4FF1-B210-34D3F001DE89}" srcOrd="2" destOrd="0" presId="urn:microsoft.com/office/officeart/2005/8/layout/vList2"/>
    <dgm:cxn modelId="{751C475B-F8B9-47B2-B394-DBB1F0ADAB48}" type="presParOf" srcId="{7CA539CB-6B45-416C-B350-DCF8AF306835}" destId="{38081DAC-5C26-47AE-B93A-A5DDF239ADFE}" srcOrd="3" destOrd="0" presId="urn:microsoft.com/office/officeart/2005/8/layout/vList2"/>
    <dgm:cxn modelId="{3E528CD7-28B5-4AE5-98B7-6C2400913B86}" type="presParOf" srcId="{7CA539CB-6B45-416C-B350-DCF8AF306835}" destId="{55BDFC41-9D42-4FC2-AA8A-FDEAD741D5C5}" srcOrd="4" destOrd="0" presId="urn:microsoft.com/office/officeart/2005/8/layout/vList2"/>
    <dgm:cxn modelId="{4964B68C-E056-4706-9FF1-A0CF1EF269B2}" type="presParOf" srcId="{7CA539CB-6B45-416C-B350-DCF8AF306835}" destId="{5B9F2B3F-3B04-415D-AF2B-D0A5D8022452}" srcOrd="5" destOrd="0" presId="urn:microsoft.com/office/officeart/2005/8/layout/vList2"/>
    <dgm:cxn modelId="{6AFA3CBF-8B01-4A28-9EB2-BB7EA81A4AE2}" type="presParOf" srcId="{7CA539CB-6B45-416C-B350-DCF8AF306835}" destId="{FE31A256-A117-42FD-9685-87FDB455C266}" srcOrd="6" destOrd="0" presId="urn:microsoft.com/office/officeart/2005/8/layout/vList2"/>
    <dgm:cxn modelId="{3F33F3AB-FCD2-4988-B56B-3726B50BCEAB}" type="presParOf" srcId="{7CA539CB-6B45-416C-B350-DCF8AF306835}" destId="{213929A6-2D3E-42E1-B4AC-22824868CD0C}" srcOrd="7" destOrd="0" presId="urn:microsoft.com/office/officeart/2005/8/layout/vList2"/>
    <dgm:cxn modelId="{1CF6E2DB-1C3F-47A2-864F-23F618F9BC50}" type="presParOf" srcId="{7CA539CB-6B45-416C-B350-DCF8AF306835}" destId="{FD25C3BA-E73D-48E1-8655-C088989697B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0F18C8-C3D4-47DA-80D4-9A3FC0DE1AA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BACCE6-98B4-442C-8399-7C9B9EFEE87D}">
      <dgm:prSet/>
      <dgm:spPr/>
      <dgm:t>
        <a:bodyPr/>
        <a:lstStyle/>
        <a:p>
          <a:pPr>
            <a:defRPr cap="all"/>
          </a:pPr>
          <a:r>
            <a:rPr lang="en-US"/>
            <a:t>Default credentials:</a:t>
          </a:r>
        </a:p>
      </dgm:t>
    </dgm:pt>
    <dgm:pt modelId="{884C61B8-769A-4E96-9641-049828EFBD45}" type="parTrans" cxnId="{AA2CEB03-EFE9-4BB6-8675-B2FDD8080BF0}">
      <dgm:prSet/>
      <dgm:spPr/>
      <dgm:t>
        <a:bodyPr/>
        <a:lstStyle/>
        <a:p>
          <a:endParaRPr lang="en-US"/>
        </a:p>
      </dgm:t>
    </dgm:pt>
    <dgm:pt modelId="{5514FD27-1EE4-4D1F-A474-79671568A63B}" type="sibTrans" cxnId="{AA2CEB03-EFE9-4BB6-8675-B2FDD8080BF0}">
      <dgm:prSet/>
      <dgm:spPr/>
      <dgm:t>
        <a:bodyPr/>
        <a:lstStyle/>
        <a:p>
          <a:endParaRPr lang="en-US"/>
        </a:p>
      </dgm:t>
    </dgm:pt>
    <dgm:pt modelId="{84CBD520-22A3-45D4-8004-BDC78E24C9BA}">
      <dgm:prSet/>
      <dgm:spPr/>
      <dgm:t>
        <a:bodyPr/>
        <a:lstStyle/>
        <a:p>
          <a:pPr>
            <a:defRPr cap="all"/>
          </a:pPr>
          <a:r>
            <a:rPr lang="en-US"/>
            <a:t>Username: admin</a:t>
          </a:r>
        </a:p>
      </dgm:t>
    </dgm:pt>
    <dgm:pt modelId="{932E474E-0EA5-419D-BC00-B879D300ACA0}" type="parTrans" cxnId="{CA108166-8DEF-4810-B3FC-3BB562EA7E36}">
      <dgm:prSet/>
      <dgm:spPr/>
      <dgm:t>
        <a:bodyPr/>
        <a:lstStyle/>
        <a:p>
          <a:endParaRPr lang="en-US"/>
        </a:p>
      </dgm:t>
    </dgm:pt>
    <dgm:pt modelId="{ECAAB20A-6272-4CFB-86A0-BC18B6BD604B}" type="sibTrans" cxnId="{CA108166-8DEF-4810-B3FC-3BB562EA7E36}">
      <dgm:prSet/>
      <dgm:spPr/>
      <dgm:t>
        <a:bodyPr/>
        <a:lstStyle/>
        <a:p>
          <a:endParaRPr lang="en-US"/>
        </a:p>
      </dgm:t>
    </dgm:pt>
    <dgm:pt modelId="{B5D4F852-14D6-4601-956C-F058DB92825D}">
      <dgm:prSet/>
      <dgm:spPr/>
      <dgm:t>
        <a:bodyPr/>
        <a:lstStyle/>
        <a:p>
          <a:pPr>
            <a:defRPr cap="all"/>
          </a:pPr>
          <a:r>
            <a:rPr lang="en-US"/>
            <a:t>Password: 1234</a:t>
          </a:r>
        </a:p>
      </dgm:t>
    </dgm:pt>
    <dgm:pt modelId="{17898F42-149B-42A6-8C84-FE1E08C62253}" type="parTrans" cxnId="{CF3FFCC9-B22A-4F50-8F9B-F99B635B94E5}">
      <dgm:prSet/>
      <dgm:spPr/>
      <dgm:t>
        <a:bodyPr/>
        <a:lstStyle/>
        <a:p>
          <a:endParaRPr lang="en-US"/>
        </a:p>
      </dgm:t>
    </dgm:pt>
    <dgm:pt modelId="{572D1173-B7E9-45FD-B9D2-87DD43F36A64}" type="sibTrans" cxnId="{CF3FFCC9-B22A-4F50-8F9B-F99B635B94E5}">
      <dgm:prSet/>
      <dgm:spPr/>
      <dgm:t>
        <a:bodyPr/>
        <a:lstStyle/>
        <a:p>
          <a:endParaRPr lang="en-US"/>
        </a:p>
      </dgm:t>
    </dgm:pt>
    <dgm:pt modelId="{2D88347C-4229-4067-BF8D-F8BFE8FC1334}">
      <dgm:prSet/>
      <dgm:spPr/>
      <dgm:t>
        <a:bodyPr/>
        <a:lstStyle/>
        <a:p>
          <a:pPr>
            <a:defRPr cap="all"/>
          </a:pPr>
          <a:r>
            <a:rPr lang="en-US"/>
            <a:t>Successful login message</a:t>
          </a:r>
        </a:p>
      </dgm:t>
    </dgm:pt>
    <dgm:pt modelId="{7EDAAFB1-82A7-44DC-A9AF-6280DF0346DF}" type="parTrans" cxnId="{D12C704E-3B32-4AA0-81F2-1E18475BE4BA}">
      <dgm:prSet/>
      <dgm:spPr/>
      <dgm:t>
        <a:bodyPr/>
        <a:lstStyle/>
        <a:p>
          <a:endParaRPr lang="en-US"/>
        </a:p>
      </dgm:t>
    </dgm:pt>
    <dgm:pt modelId="{1B975B15-29A2-46F7-BF41-17FEA419144F}" type="sibTrans" cxnId="{D12C704E-3B32-4AA0-81F2-1E18475BE4BA}">
      <dgm:prSet/>
      <dgm:spPr/>
      <dgm:t>
        <a:bodyPr/>
        <a:lstStyle/>
        <a:p>
          <a:endParaRPr lang="en-US"/>
        </a:p>
      </dgm:t>
    </dgm:pt>
    <dgm:pt modelId="{5E3834D3-294B-4177-9625-A64AB3FB8F27}" type="pres">
      <dgm:prSet presAssocID="{F20F18C8-C3D4-47DA-80D4-9A3FC0DE1AAD}" presName="root" presStyleCnt="0">
        <dgm:presLayoutVars>
          <dgm:dir/>
          <dgm:resizeHandles val="exact"/>
        </dgm:presLayoutVars>
      </dgm:prSet>
      <dgm:spPr/>
    </dgm:pt>
    <dgm:pt modelId="{854AE4E6-CFA3-46CA-8FD0-E28EF43B1051}" type="pres">
      <dgm:prSet presAssocID="{12BACCE6-98B4-442C-8399-7C9B9EFEE87D}" presName="compNode" presStyleCnt="0"/>
      <dgm:spPr/>
    </dgm:pt>
    <dgm:pt modelId="{C7A0E4E0-4AD4-4CC8-AD04-FD8F6421286E}" type="pres">
      <dgm:prSet presAssocID="{12BACCE6-98B4-442C-8399-7C9B9EFEE87D}" presName="iconBgRect" presStyleLbl="bgShp" presStyleIdx="0" presStyleCnt="4"/>
      <dgm:spPr/>
    </dgm:pt>
    <dgm:pt modelId="{45C37AC2-FFE4-45DA-98F3-AC4C882FD787}" type="pres">
      <dgm:prSet presAssocID="{12BACCE6-98B4-442C-8399-7C9B9EFEE8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D35BF593-E4D2-4AB1-96DC-A6ABB80E3530}" type="pres">
      <dgm:prSet presAssocID="{12BACCE6-98B4-442C-8399-7C9B9EFEE87D}" presName="spaceRect" presStyleCnt="0"/>
      <dgm:spPr/>
    </dgm:pt>
    <dgm:pt modelId="{F0E727FE-851A-411C-BBF1-549D4DF1CC36}" type="pres">
      <dgm:prSet presAssocID="{12BACCE6-98B4-442C-8399-7C9B9EFEE87D}" presName="textRect" presStyleLbl="revTx" presStyleIdx="0" presStyleCnt="4">
        <dgm:presLayoutVars>
          <dgm:chMax val="1"/>
          <dgm:chPref val="1"/>
        </dgm:presLayoutVars>
      </dgm:prSet>
      <dgm:spPr/>
    </dgm:pt>
    <dgm:pt modelId="{7A6A659C-E846-4EF3-A790-1CF382C27237}" type="pres">
      <dgm:prSet presAssocID="{5514FD27-1EE4-4D1F-A474-79671568A63B}" presName="sibTrans" presStyleCnt="0"/>
      <dgm:spPr/>
    </dgm:pt>
    <dgm:pt modelId="{D89E8D1E-6BCD-42DC-8E36-C9E5237628EC}" type="pres">
      <dgm:prSet presAssocID="{84CBD520-22A3-45D4-8004-BDC78E24C9BA}" presName="compNode" presStyleCnt="0"/>
      <dgm:spPr/>
    </dgm:pt>
    <dgm:pt modelId="{D8C459A0-66F0-4DA5-AFE4-066D64715285}" type="pres">
      <dgm:prSet presAssocID="{84CBD520-22A3-45D4-8004-BDC78E24C9BA}" presName="iconBgRect" presStyleLbl="bgShp" presStyleIdx="1" presStyleCnt="4"/>
      <dgm:spPr/>
    </dgm:pt>
    <dgm:pt modelId="{BEDF8439-9350-4D7C-A6D9-0B9634F26E83}" type="pres">
      <dgm:prSet presAssocID="{84CBD520-22A3-45D4-8004-BDC78E24C9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8192E26-8FB2-4DD3-9980-49422FF71556}" type="pres">
      <dgm:prSet presAssocID="{84CBD520-22A3-45D4-8004-BDC78E24C9BA}" presName="spaceRect" presStyleCnt="0"/>
      <dgm:spPr/>
    </dgm:pt>
    <dgm:pt modelId="{1F14CEFB-78D2-4610-8F63-4CC411861485}" type="pres">
      <dgm:prSet presAssocID="{84CBD520-22A3-45D4-8004-BDC78E24C9BA}" presName="textRect" presStyleLbl="revTx" presStyleIdx="1" presStyleCnt="4">
        <dgm:presLayoutVars>
          <dgm:chMax val="1"/>
          <dgm:chPref val="1"/>
        </dgm:presLayoutVars>
      </dgm:prSet>
      <dgm:spPr/>
    </dgm:pt>
    <dgm:pt modelId="{017C0C77-B409-48EB-A033-71736920A498}" type="pres">
      <dgm:prSet presAssocID="{ECAAB20A-6272-4CFB-86A0-BC18B6BD604B}" presName="sibTrans" presStyleCnt="0"/>
      <dgm:spPr/>
    </dgm:pt>
    <dgm:pt modelId="{5D2C49F5-D945-46F1-8981-00751AD1EEFB}" type="pres">
      <dgm:prSet presAssocID="{B5D4F852-14D6-4601-956C-F058DB92825D}" presName="compNode" presStyleCnt="0"/>
      <dgm:spPr/>
    </dgm:pt>
    <dgm:pt modelId="{A57E3E9A-5799-485C-8A74-D1AB198680B4}" type="pres">
      <dgm:prSet presAssocID="{B5D4F852-14D6-4601-956C-F058DB92825D}" presName="iconBgRect" presStyleLbl="bgShp" presStyleIdx="2" presStyleCnt="4"/>
      <dgm:spPr/>
    </dgm:pt>
    <dgm:pt modelId="{EE409EEC-9659-414A-A61C-B7A1764168DB}" type="pres">
      <dgm:prSet presAssocID="{B5D4F852-14D6-4601-956C-F058DB9282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9ACE565-9E2A-4410-A8FC-1D0653DC4611}" type="pres">
      <dgm:prSet presAssocID="{B5D4F852-14D6-4601-956C-F058DB92825D}" presName="spaceRect" presStyleCnt="0"/>
      <dgm:spPr/>
    </dgm:pt>
    <dgm:pt modelId="{5245466C-8E69-4D29-91CF-EA783E8AD81E}" type="pres">
      <dgm:prSet presAssocID="{B5D4F852-14D6-4601-956C-F058DB92825D}" presName="textRect" presStyleLbl="revTx" presStyleIdx="2" presStyleCnt="4">
        <dgm:presLayoutVars>
          <dgm:chMax val="1"/>
          <dgm:chPref val="1"/>
        </dgm:presLayoutVars>
      </dgm:prSet>
      <dgm:spPr/>
    </dgm:pt>
    <dgm:pt modelId="{7FCDAC5F-150E-432A-B587-B6EF537DD458}" type="pres">
      <dgm:prSet presAssocID="{572D1173-B7E9-45FD-B9D2-87DD43F36A64}" presName="sibTrans" presStyleCnt="0"/>
      <dgm:spPr/>
    </dgm:pt>
    <dgm:pt modelId="{1F54ADC9-75F3-45DC-95E6-ACD026B2D4B2}" type="pres">
      <dgm:prSet presAssocID="{2D88347C-4229-4067-BF8D-F8BFE8FC1334}" presName="compNode" presStyleCnt="0"/>
      <dgm:spPr/>
    </dgm:pt>
    <dgm:pt modelId="{2D97F2FD-09FA-4550-804B-DFE2FF2B659E}" type="pres">
      <dgm:prSet presAssocID="{2D88347C-4229-4067-BF8D-F8BFE8FC1334}" presName="iconBgRect" presStyleLbl="bgShp" presStyleIdx="3" presStyleCnt="4"/>
      <dgm:spPr/>
    </dgm:pt>
    <dgm:pt modelId="{4B108C75-CE73-476B-86F8-86CE32FC0809}" type="pres">
      <dgm:prSet presAssocID="{2D88347C-4229-4067-BF8D-F8BFE8FC13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C1E2BDF-E202-46AE-ACD4-CACEE48A048A}" type="pres">
      <dgm:prSet presAssocID="{2D88347C-4229-4067-BF8D-F8BFE8FC1334}" presName="spaceRect" presStyleCnt="0"/>
      <dgm:spPr/>
    </dgm:pt>
    <dgm:pt modelId="{A17B08C2-9EF8-44C5-99C7-5B0A7528F40C}" type="pres">
      <dgm:prSet presAssocID="{2D88347C-4229-4067-BF8D-F8BFE8FC133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A2CEB03-EFE9-4BB6-8675-B2FDD8080BF0}" srcId="{F20F18C8-C3D4-47DA-80D4-9A3FC0DE1AAD}" destId="{12BACCE6-98B4-442C-8399-7C9B9EFEE87D}" srcOrd="0" destOrd="0" parTransId="{884C61B8-769A-4E96-9641-049828EFBD45}" sibTransId="{5514FD27-1EE4-4D1F-A474-79671568A63B}"/>
    <dgm:cxn modelId="{FA671628-E59E-48C7-B128-4BB3747E9735}" type="presOf" srcId="{2D88347C-4229-4067-BF8D-F8BFE8FC1334}" destId="{A17B08C2-9EF8-44C5-99C7-5B0A7528F40C}" srcOrd="0" destOrd="0" presId="urn:microsoft.com/office/officeart/2018/5/layout/IconCircleLabelList"/>
    <dgm:cxn modelId="{022F193D-066A-4281-A836-C9A82B7890AE}" type="presOf" srcId="{F20F18C8-C3D4-47DA-80D4-9A3FC0DE1AAD}" destId="{5E3834D3-294B-4177-9625-A64AB3FB8F27}" srcOrd="0" destOrd="0" presId="urn:microsoft.com/office/officeart/2018/5/layout/IconCircleLabelList"/>
    <dgm:cxn modelId="{06954646-D50D-4DE4-9669-9E6297EF8DA2}" type="presOf" srcId="{B5D4F852-14D6-4601-956C-F058DB92825D}" destId="{5245466C-8E69-4D29-91CF-EA783E8AD81E}" srcOrd="0" destOrd="0" presId="urn:microsoft.com/office/officeart/2018/5/layout/IconCircleLabelList"/>
    <dgm:cxn modelId="{CA108166-8DEF-4810-B3FC-3BB562EA7E36}" srcId="{F20F18C8-C3D4-47DA-80D4-9A3FC0DE1AAD}" destId="{84CBD520-22A3-45D4-8004-BDC78E24C9BA}" srcOrd="1" destOrd="0" parTransId="{932E474E-0EA5-419D-BC00-B879D300ACA0}" sibTransId="{ECAAB20A-6272-4CFB-86A0-BC18B6BD604B}"/>
    <dgm:cxn modelId="{D12C704E-3B32-4AA0-81F2-1E18475BE4BA}" srcId="{F20F18C8-C3D4-47DA-80D4-9A3FC0DE1AAD}" destId="{2D88347C-4229-4067-BF8D-F8BFE8FC1334}" srcOrd="3" destOrd="0" parTransId="{7EDAAFB1-82A7-44DC-A9AF-6280DF0346DF}" sibTransId="{1B975B15-29A2-46F7-BF41-17FEA419144F}"/>
    <dgm:cxn modelId="{678EECA1-5BC3-4A16-A811-A0B06C2F0770}" type="presOf" srcId="{12BACCE6-98B4-442C-8399-7C9B9EFEE87D}" destId="{F0E727FE-851A-411C-BBF1-549D4DF1CC36}" srcOrd="0" destOrd="0" presId="urn:microsoft.com/office/officeart/2018/5/layout/IconCircleLabelList"/>
    <dgm:cxn modelId="{CF3FFCC9-B22A-4F50-8F9B-F99B635B94E5}" srcId="{F20F18C8-C3D4-47DA-80D4-9A3FC0DE1AAD}" destId="{B5D4F852-14D6-4601-956C-F058DB92825D}" srcOrd="2" destOrd="0" parTransId="{17898F42-149B-42A6-8C84-FE1E08C62253}" sibTransId="{572D1173-B7E9-45FD-B9D2-87DD43F36A64}"/>
    <dgm:cxn modelId="{F0202FF0-5B7C-499A-B066-0DF0C876178D}" type="presOf" srcId="{84CBD520-22A3-45D4-8004-BDC78E24C9BA}" destId="{1F14CEFB-78D2-4610-8F63-4CC411861485}" srcOrd="0" destOrd="0" presId="urn:microsoft.com/office/officeart/2018/5/layout/IconCircleLabelList"/>
    <dgm:cxn modelId="{8C3F806F-3F44-44F7-A7E0-C15155B0E3C5}" type="presParOf" srcId="{5E3834D3-294B-4177-9625-A64AB3FB8F27}" destId="{854AE4E6-CFA3-46CA-8FD0-E28EF43B1051}" srcOrd="0" destOrd="0" presId="urn:microsoft.com/office/officeart/2018/5/layout/IconCircleLabelList"/>
    <dgm:cxn modelId="{85782EE6-C496-4AA4-A8C9-3DEFD18CDF7C}" type="presParOf" srcId="{854AE4E6-CFA3-46CA-8FD0-E28EF43B1051}" destId="{C7A0E4E0-4AD4-4CC8-AD04-FD8F6421286E}" srcOrd="0" destOrd="0" presId="urn:microsoft.com/office/officeart/2018/5/layout/IconCircleLabelList"/>
    <dgm:cxn modelId="{3D9EC1AF-9052-4709-A3A8-F22837E6184F}" type="presParOf" srcId="{854AE4E6-CFA3-46CA-8FD0-E28EF43B1051}" destId="{45C37AC2-FFE4-45DA-98F3-AC4C882FD787}" srcOrd="1" destOrd="0" presId="urn:microsoft.com/office/officeart/2018/5/layout/IconCircleLabelList"/>
    <dgm:cxn modelId="{D5FC9627-95B7-4A16-9D67-9B86610EC367}" type="presParOf" srcId="{854AE4E6-CFA3-46CA-8FD0-E28EF43B1051}" destId="{D35BF593-E4D2-4AB1-96DC-A6ABB80E3530}" srcOrd="2" destOrd="0" presId="urn:microsoft.com/office/officeart/2018/5/layout/IconCircleLabelList"/>
    <dgm:cxn modelId="{0EF9B37A-10F5-4DDE-B8F5-A6C6970C7C0B}" type="presParOf" srcId="{854AE4E6-CFA3-46CA-8FD0-E28EF43B1051}" destId="{F0E727FE-851A-411C-BBF1-549D4DF1CC36}" srcOrd="3" destOrd="0" presId="urn:microsoft.com/office/officeart/2018/5/layout/IconCircleLabelList"/>
    <dgm:cxn modelId="{0E753C4A-6687-4D4B-913A-44339B01AEFC}" type="presParOf" srcId="{5E3834D3-294B-4177-9625-A64AB3FB8F27}" destId="{7A6A659C-E846-4EF3-A790-1CF382C27237}" srcOrd="1" destOrd="0" presId="urn:microsoft.com/office/officeart/2018/5/layout/IconCircleLabelList"/>
    <dgm:cxn modelId="{0AF0A27F-85BC-4A88-AFD0-9333E9CB5C95}" type="presParOf" srcId="{5E3834D3-294B-4177-9625-A64AB3FB8F27}" destId="{D89E8D1E-6BCD-42DC-8E36-C9E5237628EC}" srcOrd="2" destOrd="0" presId="urn:microsoft.com/office/officeart/2018/5/layout/IconCircleLabelList"/>
    <dgm:cxn modelId="{EFDB2D78-BC50-4208-9FF6-1197ADAC37C7}" type="presParOf" srcId="{D89E8D1E-6BCD-42DC-8E36-C9E5237628EC}" destId="{D8C459A0-66F0-4DA5-AFE4-066D64715285}" srcOrd="0" destOrd="0" presId="urn:microsoft.com/office/officeart/2018/5/layout/IconCircleLabelList"/>
    <dgm:cxn modelId="{4BE7C8C6-3057-46F3-9D7F-8C99EC58E774}" type="presParOf" srcId="{D89E8D1E-6BCD-42DC-8E36-C9E5237628EC}" destId="{BEDF8439-9350-4D7C-A6D9-0B9634F26E83}" srcOrd="1" destOrd="0" presId="urn:microsoft.com/office/officeart/2018/5/layout/IconCircleLabelList"/>
    <dgm:cxn modelId="{9A2BFCE4-388C-416D-93E5-6F5C2A5EEC33}" type="presParOf" srcId="{D89E8D1E-6BCD-42DC-8E36-C9E5237628EC}" destId="{08192E26-8FB2-4DD3-9980-49422FF71556}" srcOrd="2" destOrd="0" presId="urn:microsoft.com/office/officeart/2018/5/layout/IconCircleLabelList"/>
    <dgm:cxn modelId="{27355DAD-1614-4E40-A7AC-DCECF6C55BB3}" type="presParOf" srcId="{D89E8D1E-6BCD-42DC-8E36-C9E5237628EC}" destId="{1F14CEFB-78D2-4610-8F63-4CC411861485}" srcOrd="3" destOrd="0" presId="urn:microsoft.com/office/officeart/2018/5/layout/IconCircleLabelList"/>
    <dgm:cxn modelId="{C83678B4-AF76-4052-926E-FD6EFE1F1859}" type="presParOf" srcId="{5E3834D3-294B-4177-9625-A64AB3FB8F27}" destId="{017C0C77-B409-48EB-A033-71736920A498}" srcOrd="3" destOrd="0" presId="urn:microsoft.com/office/officeart/2018/5/layout/IconCircleLabelList"/>
    <dgm:cxn modelId="{7D63E2B8-E2E6-4EB7-B7E7-98136EE1AA15}" type="presParOf" srcId="{5E3834D3-294B-4177-9625-A64AB3FB8F27}" destId="{5D2C49F5-D945-46F1-8981-00751AD1EEFB}" srcOrd="4" destOrd="0" presId="urn:microsoft.com/office/officeart/2018/5/layout/IconCircleLabelList"/>
    <dgm:cxn modelId="{285A9478-3763-475E-9707-562DD0D491FD}" type="presParOf" srcId="{5D2C49F5-D945-46F1-8981-00751AD1EEFB}" destId="{A57E3E9A-5799-485C-8A74-D1AB198680B4}" srcOrd="0" destOrd="0" presId="urn:microsoft.com/office/officeart/2018/5/layout/IconCircleLabelList"/>
    <dgm:cxn modelId="{63CFD7AE-C139-4354-BE3D-E78F4886545A}" type="presParOf" srcId="{5D2C49F5-D945-46F1-8981-00751AD1EEFB}" destId="{EE409EEC-9659-414A-A61C-B7A1764168DB}" srcOrd="1" destOrd="0" presId="urn:microsoft.com/office/officeart/2018/5/layout/IconCircleLabelList"/>
    <dgm:cxn modelId="{5DC5E162-A881-41CB-842C-BF269AA01DCB}" type="presParOf" srcId="{5D2C49F5-D945-46F1-8981-00751AD1EEFB}" destId="{C9ACE565-9E2A-4410-A8FC-1D0653DC4611}" srcOrd="2" destOrd="0" presId="urn:microsoft.com/office/officeart/2018/5/layout/IconCircleLabelList"/>
    <dgm:cxn modelId="{1F5386B7-589F-464E-B344-70D53A692A1A}" type="presParOf" srcId="{5D2C49F5-D945-46F1-8981-00751AD1EEFB}" destId="{5245466C-8E69-4D29-91CF-EA783E8AD81E}" srcOrd="3" destOrd="0" presId="urn:microsoft.com/office/officeart/2018/5/layout/IconCircleLabelList"/>
    <dgm:cxn modelId="{F652EA12-1097-4C40-A709-DE393670D316}" type="presParOf" srcId="{5E3834D3-294B-4177-9625-A64AB3FB8F27}" destId="{7FCDAC5F-150E-432A-B587-B6EF537DD458}" srcOrd="5" destOrd="0" presId="urn:microsoft.com/office/officeart/2018/5/layout/IconCircleLabelList"/>
    <dgm:cxn modelId="{02F7D780-56AA-4DAB-BF68-1B905F72D239}" type="presParOf" srcId="{5E3834D3-294B-4177-9625-A64AB3FB8F27}" destId="{1F54ADC9-75F3-45DC-95E6-ACD026B2D4B2}" srcOrd="6" destOrd="0" presId="urn:microsoft.com/office/officeart/2018/5/layout/IconCircleLabelList"/>
    <dgm:cxn modelId="{67F542FA-48FB-41D1-99D6-B90C6FA9941D}" type="presParOf" srcId="{1F54ADC9-75F3-45DC-95E6-ACD026B2D4B2}" destId="{2D97F2FD-09FA-4550-804B-DFE2FF2B659E}" srcOrd="0" destOrd="0" presId="urn:microsoft.com/office/officeart/2018/5/layout/IconCircleLabelList"/>
    <dgm:cxn modelId="{361F60D8-B7F8-48CA-950E-7DCED5EC0C9B}" type="presParOf" srcId="{1F54ADC9-75F3-45DC-95E6-ACD026B2D4B2}" destId="{4B108C75-CE73-476B-86F8-86CE32FC0809}" srcOrd="1" destOrd="0" presId="urn:microsoft.com/office/officeart/2018/5/layout/IconCircleLabelList"/>
    <dgm:cxn modelId="{47201A19-BB55-43F4-AA74-C670A6522F4F}" type="presParOf" srcId="{1F54ADC9-75F3-45DC-95E6-ACD026B2D4B2}" destId="{8C1E2BDF-E202-46AE-ACD4-CACEE48A048A}" srcOrd="2" destOrd="0" presId="urn:microsoft.com/office/officeart/2018/5/layout/IconCircleLabelList"/>
    <dgm:cxn modelId="{128981B3-4FD6-4AA1-85F6-01E7E8E62438}" type="presParOf" srcId="{1F54ADC9-75F3-45DC-95E6-ACD026B2D4B2}" destId="{A17B08C2-9EF8-44C5-99C7-5B0A7528F40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9ABDC8-B28F-4B1F-AB26-E44F36318D3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9DA6FA-E45F-4657-874D-983AF407AEF9}">
      <dgm:prSet/>
      <dgm:spPr/>
      <dgm:t>
        <a:bodyPr/>
        <a:lstStyle/>
        <a:p>
          <a:r>
            <a:rPr lang="en-US"/>
            <a:t>Buttons: User Info, Expense Records</a:t>
          </a:r>
        </a:p>
      </dgm:t>
    </dgm:pt>
    <dgm:pt modelId="{2FB4F4A3-DEEA-4D36-A725-43DDB2BDB431}" type="parTrans" cxnId="{EA7E2B10-8C64-43CC-9EE9-A3EAF927F7ED}">
      <dgm:prSet/>
      <dgm:spPr/>
      <dgm:t>
        <a:bodyPr/>
        <a:lstStyle/>
        <a:p>
          <a:endParaRPr lang="en-US"/>
        </a:p>
      </dgm:t>
    </dgm:pt>
    <dgm:pt modelId="{6EA66BFB-6E17-4B28-883B-8A45E4A81CB7}" type="sibTrans" cxnId="{EA7E2B10-8C64-43CC-9EE9-A3EAF927F7ED}">
      <dgm:prSet/>
      <dgm:spPr/>
      <dgm:t>
        <a:bodyPr/>
        <a:lstStyle/>
        <a:p>
          <a:endParaRPr lang="en-US"/>
        </a:p>
      </dgm:t>
    </dgm:pt>
    <dgm:pt modelId="{EBFDB35C-52DC-468E-9E98-F42DE2E9C3C5}">
      <dgm:prSet/>
      <dgm:spPr/>
      <dgm:t>
        <a:bodyPr/>
        <a:lstStyle/>
        <a:p>
          <a:r>
            <a:rPr lang="en-US"/>
            <a:t>Displays title and description</a:t>
          </a:r>
        </a:p>
      </dgm:t>
    </dgm:pt>
    <dgm:pt modelId="{1222FA73-DB2B-4F6C-ABC0-4F4720FF4E44}" type="parTrans" cxnId="{FEFC53EF-E04F-4E7A-AE9F-3E7F30E77386}">
      <dgm:prSet/>
      <dgm:spPr/>
      <dgm:t>
        <a:bodyPr/>
        <a:lstStyle/>
        <a:p>
          <a:endParaRPr lang="en-US"/>
        </a:p>
      </dgm:t>
    </dgm:pt>
    <dgm:pt modelId="{D94C3CA3-CE6B-4D1A-9056-6DC7F1D22F51}" type="sibTrans" cxnId="{FEFC53EF-E04F-4E7A-AE9F-3E7F30E77386}">
      <dgm:prSet/>
      <dgm:spPr/>
      <dgm:t>
        <a:bodyPr/>
        <a:lstStyle/>
        <a:p>
          <a:endParaRPr lang="en-US"/>
        </a:p>
      </dgm:t>
    </dgm:pt>
    <dgm:pt modelId="{18D169DD-D853-416D-ABF7-5094C447D6F4}" type="pres">
      <dgm:prSet presAssocID="{EC9ABDC8-B28F-4B1F-AB26-E44F36318D3C}" presName="linear" presStyleCnt="0">
        <dgm:presLayoutVars>
          <dgm:animLvl val="lvl"/>
          <dgm:resizeHandles val="exact"/>
        </dgm:presLayoutVars>
      </dgm:prSet>
      <dgm:spPr/>
    </dgm:pt>
    <dgm:pt modelId="{498D460F-0588-4ED6-96EF-D1B57803DBBB}" type="pres">
      <dgm:prSet presAssocID="{A29DA6FA-E45F-4657-874D-983AF407AE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83E360C-08EF-446F-BCC7-2F8154D59D3E}" type="pres">
      <dgm:prSet presAssocID="{6EA66BFB-6E17-4B28-883B-8A45E4A81CB7}" presName="spacer" presStyleCnt="0"/>
      <dgm:spPr/>
    </dgm:pt>
    <dgm:pt modelId="{8F72F498-D226-4DF0-8EED-7450348A12EB}" type="pres">
      <dgm:prSet presAssocID="{EBFDB35C-52DC-468E-9E98-F42DE2E9C3C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A7E2B10-8C64-43CC-9EE9-A3EAF927F7ED}" srcId="{EC9ABDC8-B28F-4B1F-AB26-E44F36318D3C}" destId="{A29DA6FA-E45F-4657-874D-983AF407AEF9}" srcOrd="0" destOrd="0" parTransId="{2FB4F4A3-DEEA-4D36-A725-43DDB2BDB431}" sibTransId="{6EA66BFB-6E17-4B28-883B-8A45E4A81CB7}"/>
    <dgm:cxn modelId="{93DF8E32-2BF2-4488-B7A1-AF6A221DBD13}" type="presOf" srcId="{EBFDB35C-52DC-468E-9E98-F42DE2E9C3C5}" destId="{8F72F498-D226-4DF0-8EED-7450348A12EB}" srcOrd="0" destOrd="0" presId="urn:microsoft.com/office/officeart/2005/8/layout/vList2"/>
    <dgm:cxn modelId="{B0D98450-4B9D-4461-8DFB-4B708807821A}" type="presOf" srcId="{A29DA6FA-E45F-4657-874D-983AF407AEF9}" destId="{498D460F-0588-4ED6-96EF-D1B57803DBBB}" srcOrd="0" destOrd="0" presId="urn:microsoft.com/office/officeart/2005/8/layout/vList2"/>
    <dgm:cxn modelId="{70624493-289F-484E-80F9-923B414E52D1}" type="presOf" srcId="{EC9ABDC8-B28F-4B1F-AB26-E44F36318D3C}" destId="{18D169DD-D853-416D-ABF7-5094C447D6F4}" srcOrd="0" destOrd="0" presId="urn:microsoft.com/office/officeart/2005/8/layout/vList2"/>
    <dgm:cxn modelId="{FEFC53EF-E04F-4E7A-AE9F-3E7F30E77386}" srcId="{EC9ABDC8-B28F-4B1F-AB26-E44F36318D3C}" destId="{EBFDB35C-52DC-468E-9E98-F42DE2E9C3C5}" srcOrd="1" destOrd="0" parTransId="{1222FA73-DB2B-4F6C-ABC0-4F4720FF4E44}" sibTransId="{D94C3CA3-CE6B-4D1A-9056-6DC7F1D22F51}"/>
    <dgm:cxn modelId="{F3C8E786-2276-4644-980F-1575120A3674}" type="presParOf" srcId="{18D169DD-D853-416D-ABF7-5094C447D6F4}" destId="{498D460F-0588-4ED6-96EF-D1B57803DBBB}" srcOrd="0" destOrd="0" presId="urn:microsoft.com/office/officeart/2005/8/layout/vList2"/>
    <dgm:cxn modelId="{EEEBF5C4-A818-4CD3-9EB3-52201B4EC210}" type="presParOf" srcId="{18D169DD-D853-416D-ABF7-5094C447D6F4}" destId="{583E360C-08EF-446F-BCC7-2F8154D59D3E}" srcOrd="1" destOrd="0" presId="urn:microsoft.com/office/officeart/2005/8/layout/vList2"/>
    <dgm:cxn modelId="{3E63638D-D093-48DB-B657-B61A81ED68BF}" type="presParOf" srcId="{18D169DD-D853-416D-ABF7-5094C447D6F4}" destId="{8F72F498-D226-4DF0-8EED-7450348A12E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991F38-7D41-45BE-BA4F-FF5164939F8E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DBD9156-479E-4642-8C20-4E3C598017CC}">
      <dgm:prSet/>
      <dgm:spPr/>
      <dgm:t>
        <a:bodyPr/>
        <a:lstStyle/>
        <a:p>
          <a:r>
            <a:rPr lang="en-US"/>
            <a:t>Shows user data from database</a:t>
          </a:r>
        </a:p>
      </dgm:t>
    </dgm:pt>
    <dgm:pt modelId="{96D0636C-E247-4D4E-A050-EB2CD1B7605E}" type="parTrans" cxnId="{EC5AFE18-E4F5-4858-9FD2-565E716C8ED8}">
      <dgm:prSet/>
      <dgm:spPr/>
      <dgm:t>
        <a:bodyPr/>
        <a:lstStyle/>
        <a:p>
          <a:endParaRPr lang="en-US"/>
        </a:p>
      </dgm:t>
    </dgm:pt>
    <dgm:pt modelId="{10BE2A33-C4FD-441F-A151-9DC699C999D3}" type="sibTrans" cxnId="{EC5AFE18-E4F5-4858-9FD2-565E716C8ED8}">
      <dgm:prSet/>
      <dgm:spPr/>
      <dgm:t>
        <a:bodyPr/>
        <a:lstStyle/>
        <a:p>
          <a:endParaRPr lang="en-US"/>
        </a:p>
      </dgm:t>
    </dgm:pt>
    <dgm:pt modelId="{34A3187C-51CE-4B14-83CF-B7DA12C9A903}">
      <dgm:prSet/>
      <dgm:spPr/>
      <dgm:t>
        <a:bodyPr/>
        <a:lstStyle/>
        <a:p>
          <a:r>
            <a:rPr lang="en-US"/>
            <a:t>Filter by username, firstName, lastName</a:t>
          </a:r>
        </a:p>
      </dgm:t>
    </dgm:pt>
    <dgm:pt modelId="{82F56834-DE12-446C-90B2-B36103829E37}" type="parTrans" cxnId="{439C80B7-17D3-457D-9223-0934C77AFB29}">
      <dgm:prSet/>
      <dgm:spPr/>
      <dgm:t>
        <a:bodyPr/>
        <a:lstStyle/>
        <a:p>
          <a:endParaRPr lang="en-US"/>
        </a:p>
      </dgm:t>
    </dgm:pt>
    <dgm:pt modelId="{9FD086CC-3728-44EA-8293-F1391159EB61}" type="sibTrans" cxnId="{439C80B7-17D3-457D-9223-0934C77AFB29}">
      <dgm:prSet/>
      <dgm:spPr/>
      <dgm:t>
        <a:bodyPr/>
        <a:lstStyle/>
        <a:p>
          <a:endParaRPr lang="en-US"/>
        </a:p>
      </dgm:t>
    </dgm:pt>
    <dgm:pt modelId="{6548C900-6A32-481C-AE39-E370F3262AB8}">
      <dgm:prSet/>
      <dgm:spPr/>
      <dgm:t>
        <a:bodyPr/>
        <a:lstStyle/>
        <a:p>
          <a:r>
            <a:rPr lang="en-US"/>
            <a:t>CRUD operations</a:t>
          </a:r>
        </a:p>
      </dgm:t>
    </dgm:pt>
    <dgm:pt modelId="{C9744894-1773-4BF3-B1DD-A9FB600C18AD}" type="parTrans" cxnId="{4A50E3BE-2FA8-4D58-BA95-E901331FA784}">
      <dgm:prSet/>
      <dgm:spPr/>
      <dgm:t>
        <a:bodyPr/>
        <a:lstStyle/>
        <a:p>
          <a:endParaRPr lang="en-US"/>
        </a:p>
      </dgm:t>
    </dgm:pt>
    <dgm:pt modelId="{ECA9DBBF-70A4-4BA4-BF4D-1EB7C22CF86A}" type="sibTrans" cxnId="{4A50E3BE-2FA8-4D58-BA95-E901331FA784}">
      <dgm:prSet/>
      <dgm:spPr/>
      <dgm:t>
        <a:bodyPr/>
        <a:lstStyle/>
        <a:p>
          <a:endParaRPr lang="en-US"/>
        </a:p>
      </dgm:t>
    </dgm:pt>
    <dgm:pt modelId="{B2DE3B4A-D2F0-40C2-B334-9E1E7AD421A6}">
      <dgm:prSet/>
      <dgm:spPr/>
      <dgm:t>
        <a:bodyPr/>
        <a:lstStyle/>
        <a:p>
          <a:r>
            <a:rPr lang="en-US"/>
            <a:t>Clear and Close buttons</a:t>
          </a:r>
        </a:p>
      </dgm:t>
    </dgm:pt>
    <dgm:pt modelId="{777FFE84-99B6-49A3-914C-65E9ADE4B2AC}" type="parTrans" cxnId="{62DE3A45-1305-4E8E-8C85-256F298B0CDC}">
      <dgm:prSet/>
      <dgm:spPr/>
      <dgm:t>
        <a:bodyPr/>
        <a:lstStyle/>
        <a:p>
          <a:endParaRPr lang="en-US"/>
        </a:p>
      </dgm:t>
    </dgm:pt>
    <dgm:pt modelId="{4D2B5E3B-422B-47E3-9D4F-2B8C6DFA739B}" type="sibTrans" cxnId="{62DE3A45-1305-4E8E-8C85-256F298B0CDC}">
      <dgm:prSet/>
      <dgm:spPr/>
      <dgm:t>
        <a:bodyPr/>
        <a:lstStyle/>
        <a:p>
          <a:endParaRPr lang="en-US"/>
        </a:p>
      </dgm:t>
    </dgm:pt>
    <dgm:pt modelId="{D4C5F2CF-8894-47B4-8CA9-9C1DE9327E87}" type="pres">
      <dgm:prSet presAssocID="{08991F38-7D41-45BE-BA4F-FF5164939F8E}" presName="matrix" presStyleCnt="0">
        <dgm:presLayoutVars>
          <dgm:chMax val="1"/>
          <dgm:dir/>
          <dgm:resizeHandles val="exact"/>
        </dgm:presLayoutVars>
      </dgm:prSet>
      <dgm:spPr/>
    </dgm:pt>
    <dgm:pt modelId="{8CFDB4EA-8C8F-4007-8046-783D35ABD545}" type="pres">
      <dgm:prSet presAssocID="{08991F38-7D41-45BE-BA4F-FF5164939F8E}" presName="diamond" presStyleLbl="bgShp" presStyleIdx="0" presStyleCnt="1"/>
      <dgm:spPr/>
    </dgm:pt>
    <dgm:pt modelId="{CFE2D03B-DF0A-48E9-81DC-8D5C7E1FB450}" type="pres">
      <dgm:prSet presAssocID="{08991F38-7D41-45BE-BA4F-FF5164939F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EC17037-C772-401C-891F-FB24B7E3067B}" type="pres">
      <dgm:prSet presAssocID="{08991F38-7D41-45BE-BA4F-FF5164939F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0C763DE-C008-4A39-9017-F3365DBFC610}" type="pres">
      <dgm:prSet presAssocID="{08991F38-7D41-45BE-BA4F-FF5164939F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28DEF4-E0C5-465F-ACB5-06A76122A90B}" type="pres">
      <dgm:prSet presAssocID="{08991F38-7D41-45BE-BA4F-FF5164939F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C7140B-6856-4029-90C0-CCA7B6573433}" type="presOf" srcId="{34A3187C-51CE-4B14-83CF-B7DA12C9A903}" destId="{0EC17037-C772-401C-891F-FB24B7E3067B}" srcOrd="0" destOrd="0" presId="urn:microsoft.com/office/officeart/2005/8/layout/matrix3"/>
    <dgm:cxn modelId="{EC5AFE18-E4F5-4858-9FD2-565E716C8ED8}" srcId="{08991F38-7D41-45BE-BA4F-FF5164939F8E}" destId="{CDBD9156-479E-4642-8C20-4E3C598017CC}" srcOrd="0" destOrd="0" parTransId="{96D0636C-E247-4D4E-A050-EB2CD1B7605E}" sibTransId="{10BE2A33-C4FD-441F-A151-9DC699C999D3}"/>
    <dgm:cxn modelId="{148A6F3C-72A0-47A5-A327-7830A920A211}" type="presOf" srcId="{B2DE3B4A-D2F0-40C2-B334-9E1E7AD421A6}" destId="{F228DEF4-E0C5-465F-ACB5-06A76122A90B}" srcOrd="0" destOrd="0" presId="urn:microsoft.com/office/officeart/2005/8/layout/matrix3"/>
    <dgm:cxn modelId="{1090C33C-FBF1-41DD-810E-C104ADA307CD}" type="presOf" srcId="{08991F38-7D41-45BE-BA4F-FF5164939F8E}" destId="{D4C5F2CF-8894-47B4-8CA9-9C1DE9327E87}" srcOrd="0" destOrd="0" presId="urn:microsoft.com/office/officeart/2005/8/layout/matrix3"/>
    <dgm:cxn modelId="{62DE3A45-1305-4E8E-8C85-256F298B0CDC}" srcId="{08991F38-7D41-45BE-BA4F-FF5164939F8E}" destId="{B2DE3B4A-D2F0-40C2-B334-9E1E7AD421A6}" srcOrd="3" destOrd="0" parTransId="{777FFE84-99B6-49A3-914C-65E9ADE4B2AC}" sibTransId="{4D2B5E3B-422B-47E3-9D4F-2B8C6DFA739B}"/>
    <dgm:cxn modelId="{660D608E-EB29-408D-9B30-68CC09777466}" type="presOf" srcId="{6548C900-6A32-481C-AE39-E370F3262AB8}" destId="{E0C763DE-C008-4A39-9017-F3365DBFC610}" srcOrd="0" destOrd="0" presId="urn:microsoft.com/office/officeart/2005/8/layout/matrix3"/>
    <dgm:cxn modelId="{439C80B7-17D3-457D-9223-0934C77AFB29}" srcId="{08991F38-7D41-45BE-BA4F-FF5164939F8E}" destId="{34A3187C-51CE-4B14-83CF-B7DA12C9A903}" srcOrd="1" destOrd="0" parTransId="{82F56834-DE12-446C-90B2-B36103829E37}" sibTransId="{9FD086CC-3728-44EA-8293-F1391159EB61}"/>
    <dgm:cxn modelId="{4A50E3BE-2FA8-4D58-BA95-E901331FA784}" srcId="{08991F38-7D41-45BE-BA4F-FF5164939F8E}" destId="{6548C900-6A32-481C-AE39-E370F3262AB8}" srcOrd="2" destOrd="0" parTransId="{C9744894-1773-4BF3-B1DD-A9FB600C18AD}" sibTransId="{ECA9DBBF-70A4-4BA4-BF4D-1EB7C22CF86A}"/>
    <dgm:cxn modelId="{0FC231F2-2EC0-4207-B51C-E19CB83CB220}" type="presOf" srcId="{CDBD9156-479E-4642-8C20-4E3C598017CC}" destId="{CFE2D03B-DF0A-48E9-81DC-8D5C7E1FB450}" srcOrd="0" destOrd="0" presId="urn:microsoft.com/office/officeart/2005/8/layout/matrix3"/>
    <dgm:cxn modelId="{408BC6A8-D0A6-429A-BB62-399CD59BCB86}" type="presParOf" srcId="{D4C5F2CF-8894-47B4-8CA9-9C1DE9327E87}" destId="{8CFDB4EA-8C8F-4007-8046-783D35ABD545}" srcOrd="0" destOrd="0" presId="urn:microsoft.com/office/officeart/2005/8/layout/matrix3"/>
    <dgm:cxn modelId="{59585DB6-6610-4D4C-B534-EED7D4B50DF1}" type="presParOf" srcId="{D4C5F2CF-8894-47B4-8CA9-9C1DE9327E87}" destId="{CFE2D03B-DF0A-48E9-81DC-8D5C7E1FB450}" srcOrd="1" destOrd="0" presId="urn:microsoft.com/office/officeart/2005/8/layout/matrix3"/>
    <dgm:cxn modelId="{446D0112-2AFA-4379-B72C-449D4FA6F0B1}" type="presParOf" srcId="{D4C5F2CF-8894-47B4-8CA9-9C1DE9327E87}" destId="{0EC17037-C772-401C-891F-FB24B7E3067B}" srcOrd="2" destOrd="0" presId="urn:microsoft.com/office/officeart/2005/8/layout/matrix3"/>
    <dgm:cxn modelId="{315B464B-86BE-4408-BB23-AA888DED84C3}" type="presParOf" srcId="{D4C5F2CF-8894-47B4-8CA9-9C1DE9327E87}" destId="{E0C763DE-C008-4A39-9017-F3365DBFC610}" srcOrd="3" destOrd="0" presId="urn:microsoft.com/office/officeart/2005/8/layout/matrix3"/>
    <dgm:cxn modelId="{D8DCF627-50BD-4D75-9D56-44A336F8979D}" type="presParOf" srcId="{D4C5F2CF-8894-47B4-8CA9-9C1DE9327E87}" destId="{F228DEF4-E0C5-465F-ACB5-06A76122A90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1639E1E-53E1-4DBA-99C9-84DF7104B66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6C09B8-DC5A-438D-B3CC-67371F5EF717}">
      <dgm:prSet/>
      <dgm:spPr/>
      <dgm:t>
        <a:bodyPr/>
        <a:lstStyle/>
        <a:p>
          <a:r>
            <a:rPr lang="en-US"/>
            <a:t>Success messages for:</a:t>
          </a:r>
        </a:p>
      </dgm:t>
    </dgm:pt>
    <dgm:pt modelId="{4D0ED15F-ADAC-4BE8-AA02-13698CABC1B1}" type="parTrans" cxnId="{F4FED75A-B0AB-4B44-88EA-B4D6A4D43EE2}">
      <dgm:prSet/>
      <dgm:spPr/>
      <dgm:t>
        <a:bodyPr/>
        <a:lstStyle/>
        <a:p>
          <a:endParaRPr lang="en-US"/>
        </a:p>
      </dgm:t>
    </dgm:pt>
    <dgm:pt modelId="{A52870B1-F5B9-4448-869B-7C6EAB08B7DB}" type="sibTrans" cxnId="{F4FED75A-B0AB-4B44-88EA-B4D6A4D43EE2}">
      <dgm:prSet/>
      <dgm:spPr/>
      <dgm:t>
        <a:bodyPr/>
        <a:lstStyle/>
        <a:p>
          <a:endParaRPr lang="en-US"/>
        </a:p>
      </dgm:t>
    </dgm:pt>
    <dgm:pt modelId="{499811C1-AA94-4525-995E-67ADCB68206D}">
      <dgm:prSet/>
      <dgm:spPr/>
      <dgm:t>
        <a:bodyPr/>
        <a:lstStyle/>
        <a:p>
          <a:r>
            <a:rPr lang="en-US"/>
            <a:t>- Create</a:t>
          </a:r>
        </a:p>
      </dgm:t>
    </dgm:pt>
    <dgm:pt modelId="{00C4D9C8-25B7-471F-8385-A825E9FDE005}" type="parTrans" cxnId="{D94CFFDF-E9B2-48C0-BB0E-1A05BE012026}">
      <dgm:prSet/>
      <dgm:spPr/>
      <dgm:t>
        <a:bodyPr/>
        <a:lstStyle/>
        <a:p>
          <a:endParaRPr lang="en-US"/>
        </a:p>
      </dgm:t>
    </dgm:pt>
    <dgm:pt modelId="{C03FA383-AE16-4949-85B5-2122165BDEFE}" type="sibTrans" cxnId="{D94CFFDF-E9B2-48C0-BB0E-1A05BE012026}">
      <dgm:prSet/>
      <dgm:spPr/>
      <dgm:t>
        <a:bodyPr/>
        <a:lstStyle/>
        <a:p>
          <a:endParaRPr lang="en-US"/>
        </a:p>
      </dgm:t>
    </dgm:pt>
    <dgm:pt modelId="{A90CF21F-D1A5-45F4-ABDA-7810F19C0E47}">
      <dgm:prSet/>
      <dgm:spPr/>
      <dgm:t>
        <a:bodyPr/>
        <a:lstStyle/>
        <a:p>
          <a:r>
            <a:rPr lang="en-US"/>
            <a:t>- Update</a:t>
          </a:r>
        </a:p>
      </dgm:t>
    </dgm:pt>
    <dgm:pt modelId="{AA0A9630-DA49-4628-BA5E-6522C5BFBBBC}" type="parTrans" cxnId="{9C6D7E60-13AD-469B-B0DF-3A3456EF8876}">
      <dgm:prSet/>
      <dgm:spPr/>
      <dgm:t>
        <a:bodyPr/>
        <a:lstStyle/>
        <a:p>
          <a:endParaRPr lang="en-US"/>
        </a:p>
      </dgm:t>
    </dgm:pt>
    <dgm:pt modelId="{ED35162F-0034-42B0-9C93-38DFD7743885}" type="sibTrans" cxnId="{9C6D7E60-13AD-469B-B0DF-3A3456EF8876}">
      <dgm:prSet/>
      <dgm:spPr/>
      <dgm:t>
        <a:bodyPr/>
        <a:lstStyle/>
        <a:p>
          <a:endParaRPr lang="en-US"/>
        </a:p>
      </dgm:t>
    </dgm:pt>
    <dgm:pt modelId="{D94B6887-047E-4C62-82DB-AFB98EB8D646}">
      <dgm:prSet/>
      <dgm:spPr/>
      <dgm:t>
        <a:bodyPr/>
        <a:lstStyle/>
        <a:p>
          <a:r>
            <a:rPr lang="en-US"/>
            <a:t>- Delete</a:t>
          </a:r>
        </a:p>
      </dgm:t>
    </dgm:pt>
    <dgm:pt modelId="{CB283B74-B514-4AF7-ADB2-F785A9B4C0A8}" type="parTrans" cxnId="{51DA625F-B4A6-4D2B-9C1A-A150D431568D}">
      <dgm:prSet/>
      <dgm:spPr/>
      <dgm:t>
        <a:bodyPr/>
        <a:lstStyle/>
        <a:p>
          <a:endParaRPr lang="en-US"/>
        </a:p>
      </dgm:t>
    </dgm:pt>
    <dgm:pt modelId="{3A80F5E4-8F40-4066-96E2-23D4A7F4DE07}" type="sibTrans" cxnId="{51DA625F-B4A6-4D2B-9C1A-A150D431568D}">
      <dgm:prSet/>
      <dgm:spPr/>
      <dgm:t>
        <a:bodyPr/>
        <a:lstStyle/>
        <a:p>
          <a:endParaRPr lang="en-US"/>
        </a:p>
      </dgm:t>
    </dgm:pt>
    <dgm:pt modelId="{69A2C4DE-44A3-4A8F-AF6F-51078A8A487B}" type="pres">
      <dgm:prSet presAssocID="{61639E1E-53E1-4DBA-99C9-84DF7104B66D}" presName="linear" presStyleCnt="0">
        <dgm:presLayoutVars>
          <dgm:animLvl val="lvl"/>
          <dgm:resizeHandles val="exact"/>
        </dgm:presLayoutVars>
      </dgm:prSet>
      <dgm:spPr/>
    </dgm:pt>
    <dgm:pt modelId="{7944D46A-1256-4AAB-8102-E7E975579F93}" type="pres">
      <dgm:prSet presAssocID="{C06C09B8-DC5A-438D-B3CC-67371F5EF7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DDB8A6-017C-4A84-8170-C57145FB18DE}" type="pres">
      <dgm:prSet presAssocID="{A52870B1-F5B9-4448-869B-7C6EAB08B7DB}" presName="spacer" presStyleCnt="0"/>
      <dgm:spPr/>
    </dgm:pt>
    <dgm:pt modelId="{A654E271-EE3A-4E80-90D1-60712EEDC933}" type="pres">
      <dgm:prSet presAssocID="{499811C1-AA94-4525-995E-67ADCB68206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BE08C6-4982-49F4-B67E-DA663F734171}" type="pres">
      <dgm:prSet presAssocID="{C03FA383-AE16-4949-85B5-2122165BDEFE}" presName="spacer" presStyleCnt="0"/>
      <dgm:spPr/>
    </dgm:pt>
    <dgm:pt modelId="{20F35B25-6ABB-4E1F-97BE-7685A596A34C}" type="pres">
      <dgm:prSet presAssocID="{A90CF21F-D1A5-45F4-ABDA-7810F19C0E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A924B1-3D78-4013-A291-97E1A0BDA1F4}" type="pres">
      <dgm:prSet presAssocID="{ED35162F-0034-42B0-9C93-38DFD7743885}" presName="spacer" presStyleCnt="0"/>
      <dgm:spPr/>
    </dgm:pt>
    <dgm:pt modelId="{022CFCEE-D217-4317-9A16-3DC388F5B718}" type="pres">
      <dgm:prSet presAssocID="{D94B6887-047E-4C62-82DB-AFB98EB8D6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0F79F1E-8EEF-481D-B517-37341D02B959}" type="presOf" srcId="{D94B6887-047E-4C62-82DB-AFB98EB8D646}" destId="{022CFCEE-D217-4317-9A16-3DC388F5B718}" srcOrd="0" destOrd="0" presId="urn:microsoft.com/office/officeart/2005/8/layout/vList2"/>
    <dgm:cxn modelId="{DD89A31E-E015-4E61-A825-AE890FA6E85D}" type="presOf" srcId="{499811C1-AA94-4525-995E-67ADCB68206D}" destId="{A654E271-EE3A-4E80-90D1-60712EEDC933}" srcOrd="0" destOrd="0" presId="urn:microsoft.com/office/officeart/2005/8/layout/vList2"/>
    <dgm:cxn modelId="{81EF602A-0592-4ACB-8479-1D027583DEAD}" type="presOf" srcId="{C06C09B8-DC5A-438D-B3CC-67371F5EF717}" destId="{7944D46A-1256-4AAB-8102-E7E975579F93}" srcOrd="0" destOrd="0" presId="urn:microsoft.com/office/officeart/2005/8/layout/vList2"/>
    <dgm:cxn modelId="{1DEDB93C-91F7-4722-844C-B05984E7305D}" type="presOf" srcId="{A90CF21F-D1A5-45F4-ABDA-7810F19C0E47}" destId="{20F35B25-6ABB-4E1F-97BE-7685A596A34C}" srcOrd="0" destOrd="0" presId="urn:microsoft.com/office/officeart/2005/8/layout/vList2"/>
    <dgm:cxn modelId="{DE753F3E-1C2E-43F3-90BB-62EE3F3C429F}" type="presOf" srcId="{61639E1E-53E1-4DBA-99C9-84DF7104B66D}" destId="{69A2C4DE-44A3-4A8F-AF6F-51078A8A487B}" srcOrd="0" destOrd="0" presId="urn:microsoft.com/office/officeart/2005/8/layout/vList2"/>
    <dgm:cxn modelId="{51DA625F-B4A6-4D2B-9C1A-A150D431568D}" srcId="{61639E1E-53E1-4DBA-99C9-84DF7104B66D}" destId="{D94B6887-047E-4C62-82DB-AFB98EB8D646}" srcOrd="3" destOrd="0" parTransId="{CB283B74-B514-4AF7-ADB2-F785A9B4C0A8}" sibTransId="{3A80F5E4-8F40-4066-96E2-23D4A7F4DE07}"/>
    <dgm:cxn modelId="{9C6D7E60-13AD-469B-B0DF-3A3456EF8876}" srcId="{61639E1E-53E1-4DBA-99C9-84DF7104B66D}" destId="{A90CF21F-D1A5-45F4-ABDA-7810F19C0E47}" srcOrd="2" destOrd="0" parTransId="{AA0A9630-DA49-4628-BA5E-6522C5BFBBBC}" sibTransId="{ED35162F-0034-42B0-9C93-38DFD7743885}"/>
    <dgm:cxn modelId="{F4FED75A-B0AB-4B44-88EA-B4D6A4D43EE2}" srcId="{61639E1E-53E1-4DBA-99C9-84DF7104B66D}" destId="{C06C09B8-DC5A-438D-B3CC-67371F5EF717}" srcOrd="0" destOrd="0" parTransId="{4D0ED15F-ADAC-4BE8-AA02-13698CABC1B1}" sibTransId="{A52870B1-F5B9-4448-869B-7C6EAB08B7DB}"/>
    <dgm:cxn modelId="{D94CFFDF-E9B2-48C0-BB0E-1A05BE012026}" srcId="{61639E1E-53E1-4DBA-99C9-84DF7104B66D}" destId="{499811C1-AA94-4525-995E-67ADCB68206D}" srcOrd="1" destOrd="0" parTransId="{00C4D9C8-25B7-471F-8385-A825E9FDE005}" sibTransId="{C03FA383-AE16-4949-85B5-2122165BDEFE}"/>
    <dgm:cxn modelId="{B8723E95-9C76-4971-B001-94F168B18308}" type="presParOf" srcId="{69A2C4DE-44A3-4A8F-AF6F-51078A8A487B}" destId="{7944D46A-1256-4AAB-8102-E7E975579F93}" srcOrd="0" destOrd="0" presId="urn:microsoft.com/office/officeart/2005/8/layout/vList2"/>
    <dgm:cxn modelId="{9C0782E2-FFC9-488D-AB67-B7FA8FAE8EC7}" type="presParOf" srcId="{69A2C4DE-44A3-4A8F-AF6F-51078A8A487B}" destId="{34DDB8A6-017C-4A84-8170-C57145FB18DE}" srcOrd="1" destOrd="0" presId="urn:microsoft.com/office/officeart/2005/8/layout/vList2"/>
    <dgm:cxn modelId="{EA764A76-B434-4520-AAED-20DCC44F01BF}" type="presParOf" srcId="{69A2C4DE-44A3-4A8F-AF6F-51078A8A487B}" destId="{A654E271-EE3A-4E80-90D1-60712EEDC933}" srcOrd="2" destOrd="0" presId="urn:microsoft.com/office/officeart/2005/8/layout/vList2"/>
    <dgm:cxn modelId="{8AA86791-9721-4097-9C1B-6B5F254D929E}" type="presParOf" srcId="{69A2C4DE-44A3-4A8F-AF6F-51078A8A487B}" destId="{4ABE08C6-4982-49F4-B67E-DA663F734171}" srcOrd="3" destOrd="0" presId="urn:microsoft.com/office/officeart/2005/8/layout/vList2"/>
    <dgm:cxn modelId="{17CA7387-5C20-4E4F-B2BC-C48154A4C025}" type="presParOf" srcId="{69A2C4DE-44A3-4A8F-AF6F-51078A8A487B}" destId="{20F35B25-6ABB-4E1F-97BE-7685A596A34C}" srcOrd="4" destOrd="0" presId="urn:microsoft.com/office/officeart/2005/8/layout/vList2"/>
    <dgm:cxn modelId="{1B826C5E-51F7-44F8-90B6-CC2800F5E2F9}" type="presParOf" srcId="{69A2C4DE-44A3-4A8F-AF6F-51078A8A487B}" destId="{1DA924B1-3D78-4013-A291-97E1A0BDA1F4}" srcOrd="5" destOrd="0" presId="urn:microsoft.com/office/officeart/2005/8/layout/vList2"/>
    <dgm:cxn modelId="{1B78C02C-558C-4F9F-9071-07ECAEE1F959}" type="presParOf" srcId="{69A2C4DE-44A3-4A8F-AF6F-51078A8A487B}" destId="{022CFCEE-D217-4317-9A16-3DC388F5B7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F1E22D-DDEA-48AF-BBD9-C5B4CEF084E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B469ACB-8EEF-4A96-B1EE-9DF814E47846}">
      <dgm:prSet/>
      <dgm:spPr/>
      <dgm:t>
        <a:bodyPr/>
        <a:lstStyle/>
        <a:p>
          <a:r>
            <a:rPr lang="en-US"/>
            <a:t>Open Viewer button loads UserView.txt</a:t>
          </a:r>
        </a:p>
      </dgm:t>
    </dgm:pt>
    <dgm:pt modelId="{8785FF26-F2A1-4ED1-BFDE-122BBD7354D9}" type="parTrans" cxnId="{21FEC2F5-A085-4DBF-8B37-177CB2938501}">
      <dgm:prSet/>
      <dgm:spPr/>
      <dgm:t>
        <a:bodyPr/>
        <a:lstStyle/>
        <a:p>
          <a:endParaRPr lang="en-US"/>
        </a:p>
      </dgm:t>
    </dgm:pt>
    <dgm:pt modelId="{D9B63C12-BE4B-4091-A5DD-B90A009548D6}" type="sibTrans" cxnId="{21FEC2F5-A085-4DBF-8B37-177CB2938501}">
      <dgm:prSet/>
      <dgm:spPr/>
      <dgm:t>
        <a:bodyPr/>
        <a:lstStyle/>
        <a:p>
          <a:endParaRPr lang="en-US"/>
        </a:p>
      </dgm:t>
    </dgm:pt>
    <dgm:pt modelId="{91238139-2DF1-4467-BBAE-56292F343E5A}">
      <dgm:prSet/>
      <dgm:spPr/>
      <dgm:t>
        <a:bodyPr/>
        <a:lstStyle/>
        <a:p>
          <a:r>
            <a:rPr lang="en-US"/>
            <a:t>Dialog Box for file selection</a:t>
          </a:r>
        </a:p>
      </dgm:t>
    </dgm:pt>
    <dgm:pt modelId="{B427DAA0-6145-4718-8C00-D4CE7B17ECF9}" type="parTrans" cxnId="{944FAEBE-65E1-409E-B513-E601290683D0}">
      <dgm:prSet/>
      <dgm:spPr/>
      <dgm:t>
        <a:bodyPr/>
        <a:lstStyle/>
        <a:p>
          <a:endParaRPr lang="en-US"/>
        </a:p>
      </dgm:t>
    </dgm:pt>
    <dgm:pt modelId="{15E08364-1AFB-49BC-AA62-F73F294983D7}" type="sibTrans" cxnId="{944FAEBE-65E1-409E-B513-E601290683D0}">
      <dgm:prSet/>
      <dgm:spPr/>
      <dgm:t>
        <a:bodyPr/>
        <a:lstStyle/>
        <a:p>
          <a:endParaRPr lang="en-US"/>
        </a:p>
      </dgm:t>
    </dgm:pt>
    <dgm:pt modelId="{01B83950-EAE6-45DC-9C3C-4D0FB2D666AF}" type="pres">
      <dgm:prSet presAssocID="{FBF1E22D-DDEA-48AF-BBD9-C5B4CEF084E7}" presName="linear" presStyleCnt="0">
        <dgm:presLayoutVars>
          <dgm:animLvl val="lvl"/>
          <dgm:resizeHandles val="exact"/>
        </dgm:presLayoutVars>
      </dgm:prSet>
      <dgm:spPr/>
    </dgm:pt>
    <dgm:pt modelId="{A1E6DD50-397E-4EDA-8C0B-41AEB3EB4AF6}" type="pres">
      <dgm:prSet presAssocID="{4B469ACB-8EEF-4A96-B1EE-9DF814E4784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0ED9A2-B57F-4FD8-9C5B-80563C8FC973}" type="pres">
      <dgm:prSet presAssocID="{D9B63C12-BE4B-4091-A5DD-B90A009548D6}" presName="spacer" presStyleCnt="0"/>
      <dgm:spPr/>
    </dgm:pt>
    <dgm:pt modelId="{CA737C2F-4D8F-49E1-A927-DF5855101B33}" type="pres">
      <dgm:prSet presAssocID="{91238139-2DF1-4467-BBAE-56292F343E5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7DE5F51-C564-4967-9839-E5C8AE24698A}" type="presOf" srcId="{4B469ACB-8EEF-4A96-B1EE-9DF814E47846}" destId="{A1E6DD50-397E-4EDA-8C0B-41AEB3EB4AF6}" srcOrd="0" destOrd="0" presId="urn:microsoft.com/office/officeart/2005/8/layout/vList2"/>
    <dgm:cxn modelId="{944FAEBE-65E1-409E-B513-E601290683D0}" srcId="{FBF1E22D-DDEA-48AF-BBD9-C5B4CEF084E7}" destId="{91238139-2DF1-4467-BBAE-56292F343E5A}" srcOrd="1" destOrd="0" parTransId="{B427DAA0-6145-4718-8C00-D4CE7B17ECF9}" sibTransId="{15E08364-1AFB-49BC-AA62-F73F294983D7}"/>
    <dgm:cxn modelId="{D411A6BF-888A-42A5-8327-F2DADB7DB101}" type="presOf" srcId="{FBF1E22D-DDEA-48AF-BBD9-C5B4CEF084E7}" destId="{01B83950-EAE6-45DC-9C3C-4D0FB2D666AF}" srcOrd="0" destOrd="0" presId="urn:microsoft.com/office/officeart/2005/8/layout/vList2"/>
    <dgm:cxn modelId="{97D6C0DC-DF62-4D4E-BC65-5201051B4AAB}" type="presOf" srcId="{91238139-2DF1-4467-BBAE-56292F343E5A}" destId="{CA737C2F-4D8F-49E1-A927-DF5855101B33}" srcOrd="0" destOrd="0" presId="urn:microsoft.com/office/officeart/2005/8/layout/vList2"/>
    <dgm:cxn modelId="{21FEC2F5-A085-4DBF-8B37-177CB2938501}" srcId="{FBF1E22D-DDEA-48AF-BBD9-C5B4CEF084E7}" destId="{4B469ACB-8EEF-4A96-B1EE-9DF814E47846}" srcOrd="0" destOrd="0" parTransId="{8785FF26-F2A1-4ED1-BFDE-122BBD7354D9}" sibTransId="{D9B63C12-BE4B-4091-A5DD-B90A009548D6}"/>
    <dgm:cxn modelId="{12E2E024-7384-41DB-BC45-AB65DF7582BC}" type="presParOf" srcId="{01B83950-EAE6-45DC-9C3C-4D0FB2D666AF}" destId="{A1E6DD50-397E-4EDA-8C0B-41AEB3EB4AF6}" srcOrd="0" destOrd="0" presId="urn:microsoft.com/office/officeart/2005/8/layout/vList2"/>
    <dgm:cxn modelId="{9EE99C26-5084-4016-AEE5-E7FE32E7A01F}" type="presParOf" srcId="{01B83950-EAE6-45DC-9C3C-4D0FB2D666AF}" destId="{430ED9A2-B57F-4FD8-9C5B-80563C8FC973}" srcOrd="1" destOrd="0" presId="urn:microsoft.com/office/officeart/2005/8/layout/vList2"/>
    <dgm:cxn modelId="{8D91E38F-67AC-4507-9384-2F516A3F08BC}" type="presParOf" srcId="{01B83950-EAE6-45DC-9C3C-4D0FB2D666AF}" destId="{CA737C2F-4D8F-49E1-A927-DF5855101B3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9BEF14-8B8A-4E8A-81EA-8777B2DF8A74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4A3E01B-15E3-485C-B904-DB89F18EFB3F}">
      <dgm:prSet/>
      <dgm:spPr/>
      <dgm:t>
        <a:bodyPr/>
        <a:lstStyle/>
        <a:p>
          <a:r>
            <a:rPr lang="en-US"/>
            <a:t>Navigation: Next, Previous buttons</a:t>
          </a:r>
        </a:p>
      </dgm:t>
    </dgm:pt>
    <dgm:pt modelId="{24BA4C0E-D40D-4C4B-B96A-B9B4048A0BE0}" type="parTrans" cxnId="{A08801D5-8211-42E5-9686-1713CAB0931D}">
      <dgm:prSet/>
      <dgm:spPr/>
      <dgm:t>
        <a:bodyPr/>
        <a:lstStyle/>
        <a:p>
          <a:endParaRPr lang="en-US"/>
        </a:p>
      </dgm:t>
    </dgm:pt>
    <dgm:pt modelId="{FCE9ECE7-6CA2-48C5-8118-68A542853977}" type="sibTrans" cxnId="{A08801D5-8211-42E5-9686-1713CAB0931D}">
      <dgm:prSet/>
      <dgm:spPr/>
      <dgm:t>
        <a:bodyPr/>
        <a:lstStyle/>
        <a:p>
          <a:endParaRPr lang="en-US"/>
        </a:p>
      </dgm:t>
    </dgm:pt>
    <dgm:pt modelId="{91236B12-CB20-44E5-843E-C632645E6E65}">
      <dgm:prSet/>
      <dgm:spPr/>
      <dgm:t>
        <a:bodyPr/>
        <a:lstStyle/>
        <a:p>
          <a:r>
            <a:rPr lang="en-US"/>
            <a:t>Clear and Close buttons</a:t>
          </a:r>
        </a:p>
      </dgm:t>
    </dgm:pt>
    <dgm:pt modelId="{29174FF1-744D-4C40-80FD-2EA1F68C2836}" type="parTrans" cxnId="{0CF7B990-2A93-4155-BDDF-37AC86342063}">
      <dgm:prSet/>
      <dgm:spPr/>
      <dgm:t>
        <a:bodyPr/>
        <a:lstStyle/>
        <a:p>
          <a:endParaRPr lang="en-US"/>
        </a:p>
      </dgm:t>
    </dgm:pt>
    <dgm:pt modelId="{186B7848-893C-4335-A907-42638EC7B693}" type="sibTrans" cxnId="{0CF7B990-2A93-4155-BDDF-37AC86342063}">
      <dgm:prSet/>
      <dgm:spPr/>
      <dgm:t>
        <a:bodyPr/>
        <a:lstStyle/>
        <a:p>
          <a:endParaRPr lang="en-US"/>
        </a:p>
      </dgm:t>
    </dgm:pt>
    <dgm:pt modelId="{F8FAB33A-C475-488C-B724-2E53780CE3E2}" type="pres">
      <dgm:prSet presAssocID="{249BEF14-8B8A-4E8A-81EA-8777B2DF8A74}" presName="linear" presStyleCnt="0">
        <dgm:presLayoutVars>
          <dgm:dir/>
          <dgm:animLvl val="lvl"/>
          <dgm:resizeHandles val="exact"/>
        </dgm:presLayoutVars>
      </dgm:prSet>
      <dgm:spPr/>
    </dgm:pt>
    <dgm:pt modelId="{CBDEC1F9-67A1-4E47-A7EC-AC216F246B0B}" type="pres">
      <dgm:prSet presAssocID="{14A3E01B-15E3-485C-B904-DB89F18EFB3F}" presName="parentLin" presStyleCnt="0"/>
      <dgm:spPr/>
    </dgm:pt>
    <dgm:pt modelId="{A47D0B3C-1A2A-4CEC-A77A-28A966F4AE8C}" type="pres">
      <dgm:prSet presAssocID="{14A3E01B-15E3-485C-B904-DB89F18EFB3F}" presName="parentLeftMargin" presStyleLbl="node1" presStyleIdx="0" presStyleCnt="2"/>
      <dgm:spPr/>
    </dgm:pt>
    <dgm:pt modelId="{E3D45BD6-F899-4794-B055-480A055AC913}" type="pres">
      <dgm:prSet presAssocID="{14A3E01B-15E3-485C-B904-DB89F18EFB3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96997C-93EC-4689-90C1-2541603BF7D1}" type="pres">
      <dgm:prSet presAssocID="{14A3E01B-15E3-485C-B904-DB89F18EFB3F}" presName="negativeSpace" presStyleCnt="0"/>
      <dgm:spPr/>
    </dgm:pt>
    <dgm:pt modelId="{47B7BC85-3E36-4B57-ADD2-6924DBE247E5}" type="pres">
      <dgm:prSet presAssocID="{14A3E01B-15E3-485C-B904-DB89F18EFB3F}" presName="childText" presStyleLbl="conFgAcc1" presStyleIdx="0" presStyleCnt="2">
        <dgm:presLayoutVars>
          <dgm:bulletEnabled val="1"/>
        </dgm:presLayoutVars>
      </dgm:prSet>
      <dgm:spPr/>
    </dgm:pt>
    <dgm:pt modelId="{816A0313-453D-497E-8BD8-5CB705E1B502}" type="pres">
      <dgm:prSet presAssocID="{FCE9ECE7-6CA2-48C5-8118-68A542853977}" presName="spaceBetweenRectangles" presStyleCnt="0"/>
      <dgm:spPr/>
    </dgm:pt>
    <dgm:pt modelId="{63CDBCEF-849B-4FFE-A85C-C8B6095C2F5B}" type="pres">
      <dgm:prSet presAssocID="{91236B12-CB20-44E5-843E-C632645E6E65}" presName="parentLin" presStyleCnt="0"/>
      <dgm:spPr/>
    </dgm:pt>
    <dgm:pt modelId="{4628F6A5-6F25-41DD-9557-05C8110E7779}" type="pres">
      <dgm:prSet presAssocID="{91236B12-CB20-44E5-843E-C632645E6E65}" presName="parentLeftMargin" presStyleLbl="node1" presStyleIdx="0" presStyleCnt="2"/>
      <dgm:spPr/>
    </dgm:pt>
    <dgm:pt modelId="{872C339C-8533-4289-90CE-450DE02A4D7B}" type="pres">
      <dgm:prSet presAssocID="{91236B12-CB20-44E5-843E-C632645E6E6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9E73DFB-6F7E-4AEA-BB3B-81EC3FF16976}" type="pres">
      <dgm:prSet presAssocID="{91236B12-CB20-44E5-843E-C632645E6E65}" presName="negativeSpace" presStyleCnt="0"/>
      <dgm:spPr/>
    </dgm:pt>
    <dgm:pt modelId="{67A6DEAA-6D4B-4650-91E2-83BDDF303340}" type="pres">
      <dgm:prSet presAssocID="{91236B12-CB20-44E5-843E-C632645E6E6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8D75A1D-84C3-49DC-8602-DFB634B34324}" type="presOf" srcId="{91236B12-CB20-44E5-843E-C632645E6E65}" destId="{872C339C-8533-4289-90CE-450DE02A4D7B}" srcOrd="1" destOrd="0" presId="urn:microsoft.com/office/officeart/2005/8/layout/list1"/>
    <dgm:cxn modelId="{F8FFB42C-0A74-4F15-93C5-1591C3ED7E93}" type="presOf" srcId="{14A3E01B-15E3-485C-B904-DB89F18EFB3F}" destId="{A47D0B3C-1A2A-4CEC-A77A-28A966F4AE8C}" srcOrd="0" destOrd="0" presId="urn:microsoft.com/office/officeart/2005/8/layout/list1"/>
    <dgm:cxn modelId="{F4D9EA45-E785-4BFD-98FA-B1C1B60BD8DE}" type="presOf" srcId="{91236B12-CB20-44E5-843E-C632645E6E65}" destId="{4628F6A5-6F25-41DD-9557-05C8110E7779}" srcOrd="0" destOrd="0" presId="urn:microsoft.com/office/officeart/2005/8/layout/list1"/>
    <dgm:cxn modelId="{833D4A57-DBDF-44FF-B5FD-EED78892A80E}" type="presOf" srcId="{14A3E01B-15E3-485C-B904-DB89F18EFB3F}" destId="{E3D45BD6-F899-4794-B055-480A055AC913}" srcOrd="1" destOrd="0" presId="urn:microsoft.com/office/officeart/2005/8/layout/list1"/>
    <dgm:cxn modelId="{0CF7B990-2A93-4155-BDDF-37AC86342063}" srcId="{249BEF14-8B8A-4E8A-81EA-8777B2DF8A74}" destId="{91236B12-CB20-44E5-843E-C632645E6E65}" srcOrd="1" destOrd="0" parTransId="{29174FF1-744D-4C40-80FD-2EA1F68C2836}" sibTransId="{186B7848-893C-4335-A907-42638EC7B693}"/>
    <dgm:cxn modelId="{A08801D5-8211-42E5-9686-1713CAB0931D}" srcId="{249BEF14-8B8A-4E8A-81EA-8777B2DF8A74}" destId="{14A3E01B-15E3-485C-B904-DB89F18EFB3F}" srcOrd="0" destOrd="0" parTransId="{24BA4C0E-D40D-4C4B-B96A-B9B4048A0BE0}" sibTransId="{FCE9ECE7-6CA2-48C5-8118-68A542853977}"/>
    <dgm:cxn modelId="{6CFE88E2-7E2C-4693-8E37-FBE48C098DBD}" type="presOf" srcId="{249BEF14-8B8A-4E8A-81EA-8777B2DF8A74}" destId="{F8FAB33A-C475-488C-B724-2E53780CE3E2}" srcOrd="0" destOrd="0" presId="urn:microsoft.com/office/officeart/2005/8/layout/list1"/>
    <dgm:cxn modelId="{1658321B-8EEC-451D-AA01-95E7B7FD165F}" type="presParOf" srcId="{F8FAB33A-C475-488C-B724-2E53780CE3E2}" destId="{CBDEC1F9-67A1-4E47-A7EC-AC216F246B0B}" srcOrd="0" destOrd="0" presId="urn:microsoft.com/office/officeart/2005/8/layout/list1"/>
    <dgm:cxn modelId="{0335E16D-5B78-42A6-B64F-1A306197B095}" type="presParOf" srcId="{CBDEC1F9-67A1-4E47-A7EC-AC216F246B0B}" destId="{A47D0B3C-1A2A-4CEC-A77A-28A966F4AE8C}" srcOrd="0" destOrd="0" presId="urn:microsoft.com/office/officeart/2005/8/layout/list1"/>
    <dgm:cxn modelId="{A6700CCF-F192-45DA-BF06-245D58BEBE40}" type="presParOf" srcId="{CBDEC1F9-67A1-4E47-A7EC-AC216F246B0B}" destId="{E3D45BD6-F899-4794-B055-480A055AC913}" srcOrd="1" destOrd="0" presId="urn:microsoft.com/office/officeart/2005/8/layout/list1"/>
    <dgm:cxn modelId="{AFC5B709-30C7-4066-BDFA-A9952B10CF10}" type="presParOf" srcId="{F8FAB33A-C475-488C-B724-2E53780CE3E2}" destId="{D496997C-93EC-4689-90C1-2541603BF7D1}" srcOrd="1" destOrd="0" presId="urn:microsoft.com/office/officeart/2005/8/layout/list1"/>
    <dgm:cxn modelId="{6480DD32-64F4-4AF6-95FA-2F66524E3FE5}" type="presParOf" srcId="{F8FAB33A-C475-488C-B724-2E53780CE3E2}" destId="{47B7BC85-3E36-4B57-ADD2-6924DBE247E5}" srcOrd="2" destOrd="0" presId="urn:microsoft.com/office/officeart/2005/8/layout/list1"/>
    <dgm:cxn modelId="{5B869195-A56A-4465-91FD-BD3EC17AA875}" type="presParOf" srcId="{F8FAB33A-C475-488C-B724-2E53780CE3E2}" destId="{816A0313-453D-497E-8BD8-5CB705E1B502}" srcOrd="3" destOrd="0" presId="urn:microsoft.com/office/officeart/2005/8/layout/list1"/>
    <dgm:cxn modelId="{379C1211-E422-4DC7-BB81-375C131AF809}" type="presParOf" srcId="{F8FAB33A-C475-488C-B724-2E53780CE3E2}" destId="{63CDBCEF-849B-4FFE-A85C-C8B6095C2F5B}" srcOrd="4" destOrd="0" presId="urn:microsoft.com/office/officeart/2005/8/layout/list1"/>
    <dgm:cxn modelId="{2BCF9CB0-10CB-4203-A2EA-2AD38D2BD9BD}" type="presParOf" srcId="{63CDBCEF-849B-4FFE-A85C-C8B6095C2F5B}" destId="{4628F6A5-6F25-41DD-9557-05C8110E7779}" srcOrd="0" destOrd="0" presId="urn:microsoft.com/office/officeart/2005/8/layout/list1"/>
    <dgm:cxn modelId="{7B1F6968-5BDD-428D-A616-FAEAF52AC06E}" type="presParOf" srcId="{63CDBCEF-849B-4FFE-A85C-C8B6095C2F5B}" destId="{872C339C-8533-4289-90CE-450DE02A4D7B}" srcOrd="1" destOrd="0" presId="urn:microsoft.com/office/officeart/2005/8/layout/list1"/>
    <dgm:cxn modelId="{E4A8A540-07AC-4BA9-B406-9292839FFC44}" type="presParOf" srcId="{F8FAB33A-C475-488C-B724-2E53780CE3E2}" destId="{B9E73DFB-6F7E-4AEA-BB3B-81EC3FF16976}" srcOrd="5" destOrd="0" presId="urn:microsoft.com/office/officeart/2005/8/layout/list1"/>
    <dgm:cxn modelId="{BDA84DD5-3E24-4007-8293-99B29EDFBE6A}" type="presParOf" srcId="{F8FAB33A-C475-488C-B724-2E53780CE3E2}" destId="{67A6DEAA-6D4B-4650-91E2-83BDDF30334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A3E3602-C090-46A9-B28D-14CEBBF1DAF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D1A0D22-6EAA-4594-87EE-D3DD32066B23}">
      <dgm:prSet/>
      <dgm:spPr/>
      <dgm:t>
        <a:bodyPr/>
        <a:lstStyle/>
        <a:p>
          <a:r>
            <a:rPr lang="en-US"/>
            <a:t>Shows Expense records with 7 columns</a:t>
          </a:r>
        </a:p>
      </dgm:t>
    </dgm:pt>
    <dgm:pt modelId="{FCEAD995-F419-42BE-9D5A-C23831486855}" type="parTrans" cxnId="{0817C8BD-6076-41A5-96EC-BC35C01F0F09}">
      <dgm:prSet/>
      <dgm:spPr/>
      <dgm:t>
        <a:bodyPr/>
        <a:lstStyle/>
        <a:p>
          <a:endParaRPr lang="en-US"/>
        </a:p>
      </dgm:t>
    </dgm:pt>
    <dgm:pt modelId="{0C2A64D0-A80A-4E36-91EE-38747839FED4}" type="sibTrans" cxnId="{0817C8BD-6076-41A5-96EC-BC35C01F0F09}">
      <dgm:prSet/>
      <dgm:spPr/>
      <dgm:t>
        <a:bodyPr/>
        <a:lstStyle/>
        <a:p>
          <a:endParaRPr lang="en-US"/>
        </a:p>
      </dgm:t>
    </dgm:pt>
    <dgm:pt modelId="{C9AC4ABF-5C34-411A-A641-EF88F272E13D}">
      <dgm:prSet/>
      <dgm:spPr/>
      <dgm:t>
        <a:bodyPr/>
        <a:lstStyle/>
        <a:p>
          <a:r>
            <a:rPr lang="en-US"/>
            <a:t>CRUD operations</a:t>
          </a:r>
        </a:p>
      </dgm:t>
    </dgm:pt>
    <dgm:pt modelId="{BA45BEAB-CE86-4051-9759-7F06C7BE2990}" type="parTrans" cxnId="{580AB0AE-79D8-4FDD-9E38-817E92080028}">
      <dgm:prSet/>
      <dgm:spPr/>
      <dgm:t>
        <a:bodyPr/>
        <a:lstStyle/>
        <a:p>
          <a:endParaRPr lang="en-US"/>
        </a:p>
      </dgm:t>
    </dgm:pt>
    <dgm:pt modelId="{120E2ACD-0C9C-42AD-B19E-81BE92800904}" type="sibTrans" cxnId="{580AB0AE-79D8-4FDD-9E38-817E92080028}">
      <dgm:prSet/>
      <dgm:spPr/>
      <dgm:t>
        <a:bodyPr/>
        <a:lstStyle/>
        <a:p>
          <a:endParaRPr lang="en-US"/>
        </a:p>
      </dgm:t>
    </dgm:pt>
    <dgm:pt modelId="{3A5CE850-CE57-4D36-87AB-D6552A9A7AA8}">
      <dgm:prSet/>
      <dgm:spPr/>
      <dgm:t>
        <a:bodyPr/>
        <a:lstStyle/>
        <a:p>
          <a:r>
            <a:rPr lang="en-US"/>
            <a:t>Go button returns to Main Menu</a:t>
          </a:r>
        </a:p>
      </dgm:t>
    </dgm:pt>
    <dgm:pt modelId="{C457A51A-CF62-474F-8E89-D1111D8A7A06}" type="parTrans" cxnId="{920825F7-D464-4421-8862-347C2BCE51F8}">
      <dgm:prSet/>
      <dgm:spPr/>
      <dgm:t>
        <a:bodyPr/>
        <a:lstStyle/>
        <a:p>
          <a:endParaRPr lang="en-US"/>
        </a:p>
      </dgm:t>
    </dgm:pt>
    <dgm:pt modelId="{9FE2E808-7B79-42F8-92AD-87902A08BCD5}" type="sibTrans" cxnId="{920825F7-D464-4421-8862-347C2BCE51F8}">
      <dgm:prSet/>
      <dgm:spPr/>
      <dgm:t>
        <a:bodyPr/>
        <a:lstStyle/>
        <a:p>
          <a:endParaRPr lang="en-US"/>
        </a:p>
      </dgm:t>
    </dgm:pt>
    <dgm:pt modelId="{87C1D208-44F4-452F-A0E3-A0DF0C61B427}" type="pres">
      <dgm:prSet presAssocID="{EA3E3602-C090-46A9-B28D-14CEBBF1DAF9}" presName="linear" presStyleCnt="0">
        <dgm:presLayoutVars>
          <dgm:animLvl val="lvl"/>
          <dgm:resizeHandles val="exact"/>
        </dgm:presLayoutVars>
      </dgm:prSet>
      <dgm:spPr/>
    </dgm:pt>
    <dgm:pt modelId="{7E0789BC-D87F-45E0-AC13-90FF650C3054}" type="pres">
      <dgm:prSet presAssocID="{FD1A0D22-6EAA-4594-87EE-D3DD32066B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FE28E2-5FF0-46CF-8C2F-EB5945097F68}" type="pres">
      <dgm:prSet presAssocID="{0C2A64D0-A80A-4E36-91EE-38747839FED4}" presName="spacer" presStyleCnt="0"/>
      <dgm:spPr/>
    </dgm:pt>
    <dgm:pt modelId="{092BAABE-9D71-4518-8BED-165F33784A64}" type="pres">
      <dgm:prSet presAssocID="{C9AC4ABF-5C34-411A-A641-EF88F272E1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F41338-AE5F-4924-9632-DFFB4AD91EB6}" type="pres">
      <dgm:prSet presAssocID="{120E2ACD-0C9C-42AD-B19E-81BE92800904}" presName="spacer" presStyleCnt="0"/>
      <dgm:spPr/>
    </dgm:pt>
    <dgm:pt modelId="{2E7B2697-704B-4276-ABA1-DD562F24BEF6}" type="pres">
      <dgm:prSet presAssocID="{3A5CE850-CE57-4D36-87AB-D6552A9A7AA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766ED26-7596-4798-A2D4-2E124341937D}" type="presOf" srcId="{EA3E3602-C090-46A9-B28D-14CEBBF1DAF9}" destId="{87C1D208-44F4-452F-A0E3-A0DF0C61B427}" srcOrd="0" destOrd="0" presId="urn:microsoft.com/office/officeart/2005/8/layout/vList2"/>
    <dgm:cxn modelId="{7E098F43-BFF2-41CA-B459-94A72C24777B}" type="presOf" srcId="{FD1A0D22-6EAA-4594-87EE-D3DD32066B23}" destId="{7E0789BC-D87F-45E0-AC13-90FF650C3054}" srcOrd="0" destOrd="0" presId="urn:microsoft.com/office/officeart/2005/8/layout/vList2"/>
    <dgm:cxn modelId="{850E6776-2D0C-4B01-A0DD-19F490F3A5D5}" type="presOf" srcId="{C9AC4ABF-5C34-411A-A641-EF88F272E13D}" destId="{092BAABE-9D71-4518-8BED-165F33784A64}" srcOrd="0" destOrd="0" presId="urn:microsoft.com/office/officeart/2005/8/layout/vList2"/>
    <dgm:cxn modelId="{BB0CB3AD-7721-4288-9989-DD24F3737B75}" type="presOf" srcId="{3A5CE850-CE57-4D36-87AB-D6552A9A7AA8}" destId="{2E7B2697-704B-4276-ABA1-DD562F24BEF6}" srcOrd="0" destOrd="0" presId="urn:microsoft.com/office/officeart/2005/8/layout/vList2"/>
    <dgm:cxn modelId="{580AB0AE-79D8-4FDD-9E38-817E92080028}" srcId="{EA3E3602-C090-46A9-B28D-14CEBBF1DAF9}" destId="{C9AC4ABF-5C34-411A-A641-EF88F272E13D}" srcOrd="1" destOrd="0" parTransId="{BA45BEAB-CE86-4051-9759-7F06C7BE2990}" sibTransId="{120E2ACD-0C9C-42AD-B19E-81BE92800904}"/>
    <dgm:cxn modelId="{0817C8BD-6076-41A5-96EC-BC35C01F0F09}" srcId="{EA3E3602-C090-46A9-B28D-14CEBBF1DAF9}" destId="{FD1A0D22-6EAA-4594-87EE-D3DD32066B23}" srcOrd="0" destOrd="0" parTransId="{FCEAD995-F419-42BE-9D5A-C23831486855}" sibTransId="{0C2A64D0-A80A-4E36-91EE-38747839FED4}"/>
    <dgm:cxn modelId="{920825F7-D464-4421-8862-347C2BCE51F8}" srcId="{EA3E3602-C090-46A9-B28D-14CEBBF1DAF9}" destId="{3A5CE850-CE57-4D36-87AB-D6552A9A7AA8}" srcOrd="2" destOrd="0" parTransId="{C457A51A-CF62-474F-8E89-D1111D8A7A06}" sibTransId="{9FE2E808-7B79-42F8-92AD-87902A08BCD5}"/>
    <dgm:cxn modelId="{3BB4DEB5-A5A2-4824-80B9-1726F54BDB9A}" type="presParOf" srcId="{87C1D208-44F4-452F-A0E3-A0DF0C61B427}" destId="{7E0789BC-D87F-45E0-AC13-90FF650C3054}" srcOrd="0" destOrd="0" presId="urn:microsoft.com/office/officeart/2005/8/layout/vList2"/>
    <dgm:cxn modelId="{A834965F-EB53-4920-9B6D-E13632846314}" type="presParOf" srcId="{87C1D208-44F4-452F-A0E3-A0DF0C61B427}" destId="{1CFE28E2-5FF0-46CF-8C2F-EB5945097F68}" srcOrd="1" destOrd="0" presId="urn:microsoft.com/office/officeart/2005/8/layout/vList2"/>
    <dgm:cxn modelId="{CFCDF9C8-A995-487E-BE04-579D9A0FAFCA}" type="presParOf" srcId="{87C1D208-44F4-452F-A0E3-A0DF0C61B427}" destId="{092BAABE-9D71-4518-8BED-165F33784A64}" srcOrd="2" destOrd="0" presId="urn:microsoft.com/office/officeart/2005/8/layout/vList2"/>
    <dgm:cxn modelId="{1938B35B-4CEA-4CC2-8E10-93F446A1DD13}" type="presParOf" srcId="{87C1D208-44F4-452F-A0E3-A0DF0C61B427}" destId="{C0F41338-AE5F-4924-9632-DFFB4AD91EB6}" srcOrd="3" destOrd="0" presId="urn:microsoft.com/office/officeart/2005/8/layout/vList2"/>
    <dgm:cxn modelId="{506D2F8F-CD49-4892-B5E1-89063B11A37C}" type="presParOf" srcId="{87C1D208-44F4-452F-A0E3-A0DF0C61B427}" destId="{2E7B2697-704B-4276-ABA1-DD562F24BE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2C28163-86EA-4200-A9F4-BA245AEA1BB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2D3194-44C2-478D-898B-B5120CBB15BD}">
      <dgm:prSet/>
      <dgm:spPr/>
      <dgm:t>
        <a:bodyPr/>
        <a:lstStyle/>
        <a:p>
          <a:pPr>
            <a:defRPr cap="all"/>
          </a:pPr>
          <a:r>
            <a:rPr lang="en-US"/>
            <a:t>- Difficulty managing database connections</a:t>
          </a:r>
        </a:p>
      </dgm:t>
    </dgm:pt>
    <dgm:pt modelId="{2B66036C-C810-4E1D-8E75-359B519F0DBC}" type="parTrans" cxnId="{F4F4F564-9EFE-46DC-B36C-96CDA4D87FA5}">
      <dgm:prSet/>
      <dgm:spPr/>
      <dgm:t>
        <a:bodyPr/>
        <a:lstStyle/>
        <a:p>
          <a:endParaRPr lang="en-US"/>
        </a:p>
      </dgm:t>
    </dgm:pt>
    <dgm:pt modelId="{29B30F57-D994-48A1-8059-622FF75CE74B}" type="sibTrans" cxnId="{F4F4F564-9EFE-46DC-B36C-96CDA4D87FA5}">
      <dgm:prSet/>
      <dgm:spPr/>
      <dgm:t>
        <a:bodyPr/>
        <a:lstStyle/>
        <a:p>
          <a:endParaRPr lang="en-US"/>
        </a:p>
      </dgm:t>
    </dgm:pt>
    <dgm:pt modelId="{89F0F2BD-BF87-4D2C-BE2E-71C8CA01FD22}">
      <dgm:prSet/>
      <dgm:spPr/>
      <dgm:t>
        <a:bodyPr/>
        <a:lstStyle/>
        <a:p>
          <a:pPr>
            <a:defRPr cap="all"/>
          </a:pPr>
          <a:r>
            <a:rPr lang="en-US"/>
            <a:t>- Handling exceptions consistently across forms</a:t>
          </a:r>
        </a:p>
      </dgm:t>
    </dgm:pt>
    <dgm:pt modelId="{4E6B75A2-CC09-49D5-AECA-D20431EE9E3D}" type="parTrans" cxnId="{602E713C-A0C8-4D6F-8997-1261B2BEDA26}">
      <dgm:prSet/>
      <dgm:spPr/>
      <dgm:t>
        <a:bodyPr/>
        <a:lstStyle/>
        <a:p>
          <a:endParaRPr lang="en-US"/>
        </a:p>
      </dgm:t>
    </dgm:pt>
    <dgm:pt modelId="{A9C8A90A-4400-4870-84F8-F82AFECCD99B}" type="sibTrans" cxnId="{602E713C-A0C8-4D6F-8997-1261B2BEDA26}">
      <dgm:prSet/>
      <dgm:spPr/>
      <dgm:t>
        <a:bodyPr/>
        <a:lstStyle/>
        <a:p>
          <a:endParaRPr lang="en-US"/>
        </a:p>
      </dgm:t>
    </dgm:pt>
    <dgm:pt modelId="{0B8764A7-6A4E-4CD3-97BF-9B862ED8E139}">
      <dgm:prSet/>
      <dgm:spPr/>
      <dgm:t>
        <a:bodyPr/>
        <a:lstStyle/>
        <a:p>
          <a:pPr>
            <a:defRPr cap="all"/>
          </a:pPr>
          <a:r>
            <a:rPr lang="en-US"/>
            <a:t>- Designing intuitive UI for CRUD operations</a:t>
          </a:r>
        </a:p>
      </dgm:t>
    </dgm:pt>
    <dgm:pt modelId="{22C383BC-49E1-4C0E-8596-547AF87F92AE}" type="parTrans" cxnId="{D9E7FCFF-C968-415C-A251-B877A3D157FD}">
      <dgm:prSet/>
      <dgm:spPr/>
      <dgm:t>
        <a:bodyPr/>
        <a:lstStyle/>
        <a:p>
          <a:endParaRPr lang="en-US"/>
        </a:p>
      </dgm:t>
    </dgm:pt>
    <dgm:pt modelId="{F98E877D-8654-4193-88E4-ACBDAA1EAB7A}" type="sibTrans" cxnId="{D9E7FCFF-C968-415C-A251-B877A3D157FD}">
      <dgm:prSet/>
      <dgm:spPr/>
      <dgm:t>
        <a:bodyPr/>
        <a:lstStyle/>
        <a:p>
          <a:endParaRPr lang="en-US"/>
        </a:p>
      </dgm:t>
    </dgm:pt>
    <dgm:pt modelId="{5F07A15C-E590-43FE-8BAA-E1569486AC59}">
      <dgm:prSet/>
      <dgm:spPr/>
      <dgm:t>
        <a:bodyPr/>
        <a:lstStyle/>
        <a:p>
          <a:pPr>
            <a:defRPr cap="all"/>
          </a:pPr>
          <a:r>
            <a:rPr lang="en-US"/>
            <a:t>- Ensuring CSV export compatibility</a:t>
          </a:r>
        </a:p>
      </dgm:t>
    </dgm:pt>
    <dgm:pt modelId="{E2AFC9F7-03F9-4583-A58A-684AE2A77EA6}" type="parTrans" cxnId="{1997C662-6817-4B0B-B1B1-4804D2683FE4}">
      <dgm:prSet/>
      <dgm:spPr/>
      <dgm:t>
        <a:bodyPr/>
        <a:lstStyle/>
        <a:p>
          <a:endParaRPr lang="en-US"/>
        </a:p>
      </dgm:t>
    </dgm:pt>
    <dgm:pt modelId="{952357C3-006E-4E5A-ADED-1BD74A145348}" type="sibTrans" cxnId="{1997C662-6817-4B0B-B1B1-4804D2683FE4}">
      <dgm:prSet/>
      <dgm:spPr/>
      <dgm:t>
        <a:bodyPr/>
        <a:lstStyle/>
        <a:p>
          <a:endParaRPr lang="en-US"/>
        </a:p>
      </dgm:t>
    </dgm:pt>
    <dgm:pt modelId="{9E4BEFAA-7C9C-4558-9FB3-9867BE7AA464}">
      <dgm:prSet/>
      <dgm:spPr/>
      <dgm:t>
        <a:bodyPr/>
        <a:lstStyle/>
        <a:p>
          <a:pPr>
            <a:defRPr cap="all"/>
          </a:pPr>
          <a:r>
            <a:rPr lang="en-US"/>
            <a:t>- Debugging theme toggle feature</a:t>
          </a:r>
        </a:p>
      </dgm:t>
    </dgm:pt>
    <dgm:pt modelId="{3D07A3B3-A417-4654-B51A-F546FE0DDCD6}" type="parTrans" cxnId="{5515277D-A426-4A93-A4E9-FE98C313E109}">
      <dgm:prSet/>
      <dgm:spPr/>
      <dgm:t>
        <a:bodyPr/>
        <a:lstStyle/>
        <a:p>
          <a:endParaRPr lang="en-US"/>
        </a:p>
      </dgm:t>
    </dgm:pt>
    <dgm:pt modelId="{D912E67D-EF0D-46C7-A637-C1855870ABB2}" type="sibTrans" cxnId="{5515277D-A426-4A93-A4E9-FE98C313E109}">
      <dgm:prSet/>
      <dgm:spPr/>
      <dgm:t>
        <a:bodyPr/>
        <a:lstStyle/>
        <a:p>
          <a:endParaRPr lang="en-US"/>
        </a:p>
      </dgm:t>
    </dgm:pt>
    <dgm:pt modelId="{EAFA75A6-00D3-4EC4-90A8-8B2169B0221A}" type="pres">
      <dgm:prSet presAssocID="{C2C28163-86EA-4200-A9F4-BA245AEA1BB0}" presName="root" presStyleCnt="0">
        <dgm:presLayoutVars>
          <dgm:dir/>
          <dgm:resizeHandles val="exact"/>
        </dgm:presLayoutVars>
      </dgm:prSet>
      <dgm:spPr/>
    </dgm:pt>
    <dgm:pt modelId="{DEA6A8F6-14F7-433B-B5F7-C7008666EF82}" type="pres">
      <dgm:prSet presAssocID="{BF2D3194-44C2-478D-898B-B5120CBB15BD}" presName="compNode" presStyleCnt="0"/>
      <dgm:spPr/>
    </dgm:pt>
    <dgm:pt modelId="{B4CE848B-9B56-44CE-B4A7-2A90B1E51C2C}" type="pres">
      <dgm:prSet presAssocID="{BF2D3194-44C2-478D-898B-B5120CBB15BD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61C096B-55A9-41D1-81E3-B4610FCB6912}" type="pres">
      <dgm:prSet presAssocID="{BF2D3194-44C2-478D-898B-B5120CBB15B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41D6B5-987C-461A-8316-CE9E75ABF3C8}" type="pres">
      <dgm:prSet presAssocID="{BF2D3194-44C2-478D-898B-B5120CBB15BD}" presName="spaceRect" presStyleCnt="0"/>
      <dgm:spPr/>
    </dgm:pt>
    <dgm:pt modelId="{C965F87F-3479-482F-A8E5-202AACF9F003}" type="pres">
      <dgm:prSet presAssocID="{BF2D3194-44C2-478D-898B-B5120CBB15BD}" presName="textRect" presStyleLbl="revTx" presStyleIdx="0" presStyleCnt="5">
        <dgm:presLayoutVars>
          <dgm:chMax val="1"/>
          <dgm:chPref val="1"/>
        </dgm:presLayoutVars>
      </dgm:prSet>
      <dgm:spPr/>
    </dgm:pt>
    <dgm:pt modelId="{B94E42B1-E67B-4CB6-ACBA-78EE407C56A7}" type="pres">
      <dgm:prSet presAssocID="{29B30F57-D994-48A1-8059-622FF75CE74B}" presName="sibTrans" presStyleCnt="0"/>
      <dgm:spPr/>
    </dgm:pt>
    <dgm:pt modelId="{2FC1159D-268D-47C0-B94D-9A9D7118F184}" type="pres">
      <dgm:prSet presAssocID="{89F0F2BD-BF87-4D2C-BE2E-71C8CA01FD22}" presName="compNode" presStyleCnt="0"/>
      <dgm:spPr/>
    </dgm:pt>
    <dgm:pt modelId="{C0943988-28A2-4319-8E5C-C2999987625D}" type="pres">
      <dgm:prSet presAssocID="{89F0F2BD-BF87-4D2C-BE2E-71C8CA01FD2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DA45242-1580-40EF-8508-7537738AFDD0}" type="pres">
      <dgm:prSet presAssocID="{89F0F2BD-BF87-4D2C-BE2E-71C8CA01FD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0007D5-2FAD-4182-B950-6CE258B4F7C5}" type="pres">
      <dgm:prSet presAssocID="{89F0F2BD-BF87-4D2C-BE2E-71C8CA01FD22}" presName="spaceRect" presStyleCnt="0"/>
      <dgm:spPr/>
    </dgm:pt>
    <dgm:pt modelId="{C932B15A-1452-44B9-9A78-6ECFD59F1655}" type="pres">
      <dgm:prSet presAssocID="{89F0F2BD-BF87-4D2C-BE2E-71C8CA01FD22}" presName="textRect" presStyleLbl="revTx" presStyleIdx="1" presStyleCnt="5">
        <dgm:presLayoutVars>
          <dgm:chMax val="1"/>
          <dgm:chPref val="1"/>
        </dgm:presLayoutVars>
      </dgm:prSet>
      <dgm:spPr/>
    </dgm:pt>
    <dgm:pt modelId="{2F2757D9-87ED-4345-8454-CA921F07DCC2}" type="pres">
      <dgm:prSet presAssocID="{A9C8A90A-4400-4870-84F8-F82AFECCD99B}" presName="sibTrans" presStyleCnt="0"/>
      <dgm:spPr/>
    </dgm:pt>
    <dgm:pt modelId="{73D6F2E9-C87F-4E7C-B775-3713B55825BD}" type="pres">
      <dgm:prSet presAssocID="{0B8764A7-6A4E-4CD3-97BF-9B862ED8E139}" presName="compNode" presStyleCnt="0"/>
      <dgm:spPr/>
    </dgm:pt>
    <dgm:pt modelId="{E7C7033F-5A90-44BD-8DE3-09738DFBF019}" type="pres">
      <dgm:prSet presAssocID="{0B8764A7-6A4E-4CD3-97BF-9B862ED8E139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DE357B6-F8D6-4868-9A3C-E1F3D56C807A}" type="pres">
      <dgm:prSet presAssocID="{0B8764A7-6A4E-4CD3-97BF-9B862ED8E13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3D1CE86-8E58-49A7-99E5-03BF9B1CD059}" type="pres">
      <dgm:prSet presAssocID="{0B8764A7-6A4E-4CD3-97BF-9B862ED8E139}" presName="spaceRect" presStyleCnt="0"/>
      <dgm:spPr/>
    </dgm:pt>
    <dgm:pt modelId="{EF167F2B-E228-44EC-8C59-728F8B7651EC}" type="pres">
      <dgm:prSet presAssocID="{0B8764A7-6A4E-4CD3-97BF-9B862ED8E139}" presName="textRect" presStyleLbl="revTx" presStyleIdx="2" presStyleCnt="5">
        <dgm:presLayoutVars>
          <dgm:chMax val="1"/>
          <dgm:chPref val="1"/>
        </dgm:presLayoutVars>
      </dgm:prSet>
      <dgm:spPr/>
    </dgm:pt>
    <dgm:pt modelId="{CD851E1C-3DCC-44BA-A230-CA2998980272}" type="pres">
      <dgm:prSet presAssocID="{F98E877D-8654-4193-88E4-ACBDAA1EAB7A}" presName="sibTrans" presStyleCnt="0"/>
      <dgm:spPr/>
    </dgm:pt>
    <dgm:pt modelId="{50F7B841-403A-4C43-812C-5C84A1655100}" type="pres">
      <dgm:prSet presAssocID="{5F07A15C-E590-43FE-8BAA-E1569486AC59}" presName="compNode" presStyleCnt="0"/>
      <dgm:spPr/>
    </dgm:pt>
    <dgm:pt modelId="{D06BF7DC-BBBB-4C17-88B8-D533E899176B}" type="pres">
      <dgm:prSet presAssocID="{5F07A15C-E590-43FE-8BAA-E1569486AC59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FC90548-4CB2-4A0F-B41F-11F228076C61}" type="pres">
      <dgm:prSet presAssocID="{5F07A15C-E590-43FE-8BAA-E1569486AC5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361DB61F-89B4-4274-BC01-B1089212F1B0}" type="pres">
      <dgm:prSet presAssocID="{5F07A15C-E590-43FE-8BAA-E1569486AC59}" presName="spaceRect" presStyleCnt="0"/>
      <dgm:spPr/>
    </dgm:pt>
    <dgm:pt modelId="{6BABF2F2-9D09-4EDA-8E64-DB6296A3F67C}" type="pres">
      <dgm:prSet presAssocID="{5F07A15C-E590-43FE-8BAA-E1569486AC59}" presName="textRect" presStyleLbl="revTx" presStyleIdx="3" presStyleCnt="5">
        <dgm:presLayoutVars>
          <dgm:chMax val="1"/>
          <dgm:chPref val="1"/>
        </dgm:presLayoutVars>
      </dgm:prSet>
      <dgm:spPr/>
    </dgm:pt>
    <dgm:pt modelId="{2D4BAE5D-E327-4918-ABD0-3DE541D49880}" type="pres">
      <dgm:prSet presAssocID="{952357C3-006E-4E5A-ADED-1BD74A145348}" presName="sibTrans" presStyleCnt="0"/>
      <dgm:spPr/>
    </dgm:pt>
    <dgm:pt modelId="{EC1888F2-EDC3-487C-8AD7-16A28C29391E}" type="pres">
      <dgm:prSet presAssocID="{9E4BEFAA-7C9C-4558-9FB3-9867BE7AA464}" presName="compNode" presStyleCnt="0"/>
      <dgm:spPr/>
    </dgm:pt>
    <dgm:pt modelId="{A5FF3B61-CB6E-45FA-A230-1E9E6874D81D}" type="pres">
      <dgm:prSet presAssocID="{9E4BEFAA-7C9C-4558-9FB3-9867BE7AA46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E3420E8-A92F-4086-8A14-E9B3C6772252}" type="pres">
      <dgm:prSet presAssocID="{9E4BEFAA-7C9C-4558-9FB3-9867BE7AA46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602EAC05-16EC-4250-ADD7-5BE525CB1C29}" type="pres">
      <dgm:prSet presAssocID="{9E4BEFAA-7C9C-4558-9FB3-9867BE7AA464}" presName="spaceRect" presStyleCnt="0"/>
      <dgm:spPr/>
    </dgm:pt>
    <dgm:pt modelId="{B3E568AC-EDCD-4710-B2DE-DA0F7A0AA63B}" type="pres">
      <dgm:prSet presAssocID="{9E4BEFAA-7C9C-4558-9FB3-9867BE7AA46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72E5E05-4A64-4728-B1F0-D4D2F8118BD6}" type="presOf" srcId="{89F0F2BD-BF87-4D2C-BE2E-71C8CA01FD22}" destId="{C932B15A-1452-44B9-9A78-6ECFD59F1655}" srcOrd="0" destOrd="0" presId="urn:microsoft.com/office/officeart/2018/5/layout/IconLeafLabelList"/>
    <dgm:cxn modelId="{602E713C-A0C8-4D6F-8997-1261B2BEDA26}" srcId="{C2C28163-86EA-4200-A9F4-BA245AEA1BB0}" destId="{89F0F2BD-BF87-4D2C-BE2E-71C8CA01FD22}" srcOrd="1" destOrd="0" parTransId="{4E6B75A2-CC09-49D5-AECA-D20431EE9E3D}" sibTransId="{A9C8A90A-4400-4870-84F8-F82AFECCD99B}"/>
    <dgm:cxn modelId="{1997C662-6817-4B0B-B1B1-4804D2683FE4}" srcId="{C2C28163-86EA-4200-A9F4-BA245AEA1BB0}" destId="{5F07A15C-E590-43FE-8BAA-E1569486AC59}" srcOrd="3" destOrd="0" parTransId="{E2AFC9F7-03F9-4583-A58A-684AE2A77EA6}" sibTransId="{952357C3-006E-4E5A-ADED-1BD74A145348}"/>
    <dgm:cxn modelId="{F4F4F564-9EFE-46DC-B36C-96CDA4D87FA5}" srcId="{C2C28163-86EA-4200-A9F4-BA245AEA1BB0}" destId="{BF2D3194-44C2-478D-898B-B5120CBB15BD}" srcOrd="0" destOrd="0" parTransId="{2B66036C-C810-4E1D-8E75-359B519F0DBC}" sibTransId="{29B30F57-D994-48A1-8059-622FF75CE74B}"/>
    <dgm:cxn modelId="{5A8EAF50-EC31-4519-92CC-75A68563B7F4}" type="presOf" srcId="{5F07A15C-E590-43FE-8BAA-E1569486AC59}" destId="{6BABF2F2-9D09-4EDA-8E64-DB6296A3F67C}" srcOrd="0" destOrd="0" presId="urn:microsoft.com/office/officeart/2018/5/layout/IconLeafLabelList"/>
    <dgm:cxn modelId="{5515277D-A426-4A93-A4E9-FE98C313E109}" srcId="{C2C28163-86EA-4200-A9F4-BA245AEA1BB0}" destId="{9E4BEFAA-7C9C-4558-9FB3-9867BE7AA464}" srcOrd="4" destOrd="0" parTransId="{3D07A3B3-A417-4654-B51A-F546FE0DDCD6}" sibTransId="{D912E67D-EF0D-46C7-A637-C1855870ABB2}"/>
    <dgm:cxn modelId="{A33B7882-8391-43A6-8C51-57975D00E4B7}" type="presOf" srcId="{0B8764A7-6A4E-4CD3-97BF-9B862ED8E139}" destId="{EF167F2B-E228-44EC-8C59-728F8B7651EC}" srcOrd="0" destOrd="0" presId="urn:microsoft.com/office/officeart/2018/5/layout/IconLeafLabelList"/>
    <dgm:cxn modelId="{16BE329F-265C-4FD8-AD49-22C7FDB4BCFD}" type="presOf" srcId="{9E4BEFAA-7C9C-4558-9FB3-9867BE7AA464}" destId="{B3E568AC-EDCD-4710-B2DE-DA0F7A0AA63B}" srcOrd="0" destOrd="0" presId="urn:microsoft.com/office/officeart/2018/5/layout/IconLeafLabelList"/>
    <dgm:cxn modelId="{E39468BD-E4AC-4EDF-80E2-50742B25AE9A}" type="presOf" srcId="{BF2D3194-44C2-478D-898B-B5120CBB15BD}" destId="{C965F87F-3479-482F-A8E5-202AACF9F003}" srcOrd="0" destOrd="0" presId="urn:microsoft.com/office/officeart/2018/5/layout/IconLeafLabelList"/>
    <dgm:cxn modelId="{F74841D7-ED46-4370-9DB1-A75795137E5F}" type="presOf" srcId="{C2C28163-86EA-4200-A9F4-BA245AEA1BB0}" destId="{EAFA75A6-00D3-4EC4-90A8-8B2169B0221A}" srcOrd="0" destOrd="0" presId="urn:microsoft.com/office/officeart/2018/5/layout/IconLeafLabelList"/>
    <dgm:cxn modelId="{D9E7FCFF-C968-415C-A251-B877A3D157FD}" srcId="{C2C28163-86EA-4200-A9F4-BA245AEA1BB0}" destId="{0B8764A7-6A4E-4CD3-97BF-9B862ED8E139}" srcOrd="2" destOrd="0" parTransId="{22C383BC-49E1-4C0E-8596-547AF87F92AE}" sibTransId="{F98E877D-8654-4193-88E4-ACBDAA1EAB7A}"/>
    <dgm:cxn modelId="{9BABDF0D-DDD0-4F2E-8B70-C23788365FD3}" type="presParOf" srcId="{EAFA75A6-00D3-4EC4-90A8-8B2169B0221A}" destId="{DEA6A8F6-14F7-433B-B5F7-C7008666EF82}" srcOrd="0" destOrd="0" presId="urn:microsoft.com/office/officeart/2018/5/layout/IconLeafLabelList"/>
    <dgm:cxn modelId="{1CF8FEC4-AEDA-434E-B742-80D86495B75B}" type="presParOf" srcId="{DEA6A8F6-14F7-433B-B5F7-C7008666EF82}" destId="{B4CE848B-9B56-44CE-B4A7-2A90B1E51C2C}" srcOrd="0" destOrd="0" presId="urn:microsoft.com/office/officeart/2018/5/layout/IconLeafLabelList"/>
    <dgm:cxn modelId="{004C3238-B17C-4845-84B8-B9E934268C62}" type="presParOf" srcId="{DEA6A8F6-14F7-433B-B5F7-C7008666EF82}" destId="{261C096B-55A9-41D1-81E3-B4610FCB6912}" srcOrd="1" destOrd="0" presId="urn:microsoft.com/office/officeart/2018/5/layout/IconLeafLabelList"/>
    <dgm:cxn modelId="{81F93BAD-0EB9-4DFA-B438-8F1BDF5EB24E}" type="presParOf" srcId="{DEA6A8F6-14F7-433B-B5F7-C7008666EF82}" destId="{D041D6B5-987C-461A-8316-CE9E75ABF3C8}" srcOrd="2" destOrd="0" presId="urn:microsoft.com/office/officeart/2018/5/layout/IconLeafLabelList"/>
    <dgm:cxn modelId="{891C72A0-7903-4371-82DD-1A43FC55A912}" type="presParOf" srcId="{DEA6A8F6-14F7-433B-B5F7-C7008666EF82}" destId="{C965F87F-3479-482F-A8E5-202AACF9F003}" srcOrd="3" destOrd="0" presId="urn:microsoft.com/office/officeart/2018/5/layout/IconLeafLabelList"/>
    <dgm:cxn modelId="{8792C55B-D322-41B7-952F-7D8126A214C3}" type="presParOf" srcId="{EAFA75A6-00D3-4EC4-90A8-8B2169B0221A}" destId="{B94E42B1-E67B-4CB6-ACBA-78EE407C56A7}" srcOrd="1" destOrd="0" presId="urn:microsoft.com/office/officeart/2018/5/layout/IconLeafLabelList"/>
    <dgm:cxn modelId="{652A32B2-1A4D-4F44-8852-F8650E25C3B8}" type="presParOf" srcId="{EAFA75A6-00D3-4EC4-90A8-8B2169B0221A}" destId="{2FC1159D-268D-47C0-B94D-9A9D7118F184}" srcOrd="2" destOrd="0" presId="urn:microsoft.com/office/officeart/2018/5/layout/IconLeafLabelList"/>
    <dgm:cxn modelId="{C0D1C439-A37E-4B79-8F44-F14DE340ADD3}" type="presParOf" srcId="{2FC1159D-268D-47C0-B94D-9A9D7118F184}" destId="{C0943988-28A2-4319-8E5C-C2999987625D}" srcOrd="0" destOrd="0" presId="urn:microsoft.com/office/officeart/2018/5/layout/IconLeafLabelList"/>
    <dgm:cxn modelId="{FCD065A3-ECFB-48AD-BB97-27D6CAFAAEF8}" type="presParOf" srcId="{2FC1159D-268D-47C0-B94D-9A9D7118F184}" destId="{CDA45242-1580-40EF-8508-7537738AFDD0}" srcOrd="1" destOrd="0" presId="urn:microsoft.com/office/officeart/2018/5/layout/IconLeafLabelList"/>
    <dgm:cxn modelId="{1FC76FD4-6ACA-4ACB-9C3A-0D05572B15F8}" type="presParOf" srcId="{2FC1159D-268D-47C0-B94D-9A9D7118F184}" destId="{3E0007D5-2FAD-4182-B950-6CE258B4F7C5}" srcOrd="2" destOrd="0" presId="urn:microsoft.com/office/officeart/2018/5/layout/IconLeafLabelList"/>
    <dgm:cxn modelId="{566E9562-CE83-477F-B1FB-D599236F9B75}" type="presParOf" srcId="{2FC1159D-268D-47C0-B94D-9A9D7118F184}" destId="{C932B15A-1452-44B9-9A78-6ECFD59F1655}" srcOrd="3" destOrd="0" presId="urn:microsoft.com/office/officeart/2018/5/layout/IconLeafLabelList"/>
    <dgm:cxn modelId="{D6726E42-FED3-44FB-9851-AF0BCD9C7506}" type="presParOf" srcId="{EAFA75A6-00D3-4EC4-90A8-8B2169B0221A}" destId="{2F2757D9-87ED-4345-8454-CA921F07DCC2}" srcOrd="3" destOrd="0" presId="urn:microsoft.com/office/officeart/2018/5/layout/IconLeafLabelList"/>
    <dgm:cxn modelId="{19D9BEE9-5A81-4B86-8407-C9586C2BE18B}" type="presParOf" srcId="{EAFA75A6-00D3-4EC4-90A8-8B2169B0221A}" destId="{73D6F2E9-C87F-4E7C-B775-3713B55825BD}" srcOrd="4" destOrd="0" presId="urn:microsoft.com/office/officeart/2018/5/layout/IconLeafLabelList"/>
    <dgm:cxn modelId="{00099B3C-AC62-446A-93DA-C5D0CAEFBF26}" type="presParOf" srcId="{73D6F2E9-C87F-4E7C-B775-3713B55825BD}" destId="{E7C7033F-5A90-44BD-8DE3-09738DFBF019}" srcOrd="0" destOrd="0" presId="urn:microsoft.com/office/officeart/2018/5/layout/IconLeafLabelList"/>
    <dgm:cxn modelId="{34530C05-36F0-4828-B9B9-AFDE43750DF6}" type="presParOf" srcId="{73D6F2E9-C87F-4E7C-B775-3713B55825BD}" destId="{CDE357B6-F8D6-4868-9A3C-E1F3D56C807A}" srcOrd="1" destOrd="0" presId="urn:microsoft.com/office/officeart/2018/5/layout/IconLeafLabelList"/>
    <dgm:cxn modelId="{CBE732B9-7866-4D14-BE2B-CBC90D13F5E8}" type="presParOf" srcId="{73D6F2E9-C87F-4E7C-B775-3713B55825BD}" destId="{13D1CE86-8E58-49A7-99E5-03BF9B1CD059}" srcOrd="2" destOrd="0" presId="urn:microsoft.com/office/officeart/2018/5/layout/IconLeafLabelList"/>
    <dgm:cxn modelId="{B2EB6AB4-DE67-41BB-80EE-A94E70CF8352}" type="presParOf" srcId="{73D6F2E9-C87F-4E7C-B775-3713B55825BD}" destId="{EF167F2B-E228-44EC-8C59-728F8B7651EC}" srcOrd="3" destOrd="0" presId="urn:microsoft.com/office/officeart/2018/5/layout/IconLeafLabelList"/>
    <dgm:cxn modelId="{7D799C20-91C1-47E8-BBA5-1AF66C4E0198}" type="presParOf" srcId="{EAFA75A6-00D3-4EC4-90A8-8B2169B0221A}" destId="{CD851E1C-3DCC-44BA-A230-CA2998980272}" srcOrd="5" destOrd="0" presId="urn:microsoft.com/office/officeart/2018/5/layout/IconLeafLabelList"/>
    <dgm:cxn modelId="{CA562378-C12E-4608-8BCC-917263079D4B}" type="presParOf" srcId="{EAFA75A6-00D3-4EC4-90A8-8B2169B0221A}" destId="{50F7B841-403A-4C43-812C-5C84A1655100}" srcOrd="6" destOrd="0" presId="urn:microsoft.com/office/officeart/2018/5/layout/IconLeafLabelList"/>
    <dgm:cxn modelId="{1C389DDF-5587-4CA4-AE49-A8808EFDB113}" type="presParOf" srcId="{50F7B841-403A-4C43-812C-5C84A1655100}" destId="{D06BF7DC-BBBB-4C17-88B8-D533E899176B}" srcOrd="0" destOrd="0" presId="urn:microsoft.com/office/officeart/2018/5/layout/IconLeafLabelList"/>
    <dgm:cxn modelId="{8EE68491-141A-4B12-80B0-06005012FA61}" type="presParOf" srcId="{50F7B841-403A-4C43-812C-5C84A1655100}" destId="{0FC90548-4CB2-4A0F-B41F-11F228076C61}" srcOrd="1" destOrd="0" presId="urn:microsoft.com/office/officeart/2018/5/layout/IconLeafLabelList"/>
    <dgm:cxn modelId="{5406CAE6-74C7-4802-8CE9-F2831B0AADFA}" type="presParOf" srcId="{50F7B841-403A-4C43-812C-5C84A1655100}" destId="{361DB61F-89B4-4274-BC01-B1089212F1B0}" srcOrd="2" destOrd="0" presId="urn:microsoft.com/office/officeart/2018/5/layout/IconLeafLabelList"/>
    <dgm:cxn modelId="{EE06CDAB-773F-4D54-B2F9-F8E591AFA26E}" type="presParOf" srcId="{50F7B841-403A-4C43-812C-5C84A1655100}" destId="{6BABF2F2-9D09-4EDA-8E64-DB6296A3F67C}" srcOrd="3" destOrd="0" presId="urn:microsoft.com/office/officeart/2018/5/layout/IconLeafLabelList"/>
    <dgm:cxn modelId="{828B77FD-2C56-4F8E-8E8B-5599BE8D89D7}" type="presParOf" srcId="{EAFA75A6-00D3-4EC4-90A8-8B2169B0221A}" destId="{2D4BAE5D-E327-4918-ABD0-3DE541D49880}" srcOrd="7" destOrd="0" presId="urn:microsoft.com/office/officeart/2018/5/layout/IconLeafLabelList"/>
    <dgm:cxn modelId="{89843FEB-2AE3-4531-B901-CFC5C7C0B39F}" type="presParOf" srcId="{EAFA75A6-00D3-4EC4-90A8-8B2169B0221A}" destId="{EC1888F2-EDC3-487C-8AD7-16A28C29391E}" srcOrd="8" destOrd="0" presId="urn:microsoft.com/office/officeart/2018/5/layout/IconLeafLabelList"/>
    <dgm:cxn modelId="{98FE0870-8010-4D1A-B323-BAA569EA5C65}" type="presParOf" srcId="{EC1888F2-EDC3-487C-8AD7-16A28C29391E}" destId="{A5FF3B61-CB6E-45FA-A230-1E9E6874D81D}" srcOrd="0" destOrd="0" presId="urn:microsoft.com/office/officeart/2018/5/layout/IconLeafLabelList"/>
    <dgm:cxn modelId="{448E3B5E-C221-46A7-8DF8-973E410C3A2A}" type="presParOf" srcId="{EC1888F2-EDC3-487C-8AD7-16A28C29391E}" destId="{0E3420E8-A92F-4086-8A14-E9B3C6772252}" srcOrd="1" destOrd="0" presId="urn:microsoft.com/office/officeart/2018/5/layout/IconLeafLabelList"/>
    <dgm:cxn modelId="{3042E746-BEDE-4FDE-A58C-93C77B625DD2}" type="presParOf" srcId="{EC1888F2-EDC3-487C-8AD7-16A28C29391E}" destId="{602EAC05-16EC-4250-ADD7-5BE525CB1C29}" srcOrd="2" destOrd="0" presId="urn:microsoft.com/office/officeart/2018/5/layout/IconLeafLabelList"/>
    <dgm:cxn modelId="{2D3CEDD9-E5E8-4162-8121-EA91E296595E}" type="presParOf" srcId="{EC1888F2-EDC3-487C-8AD7-16A28C29391E}" destId="{B3E568AC-EDCD-4710-B2DE-DA0F7A0AA63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95F0AFD-22B8-40D1-8FCF-26D45971211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426189-CCBA-4290-A1D1-DB22D7A172EB}">
      <dgm:prSet/>
      <dgm:spPr/>
      <dgm:t>
        <a:bodyPr/>
        <a:lstStyle/>
        <a:p>
          <a:r>
            <a:rPr lang="en-US" dirty="0"/>
            <a:t>Login still needs work</a:t>
          </a:r>
        </a:p>
      </dgm:t>
    </dgm:pt>
    <dgm:pt modelId="{95A28682-4169-4810-B695-5ADB1A70CAA5}" type="parTrans" cxnId="{EB4D8080-7A6A-4ED8-8799-F06F1295309A}">
      <dgm:prSet/>
      <dgm:spPr/>
      <dgm:t>
        <a:bodyPr/>
        <a:lstStyle/>
        <a:p>
          <a:endParaRPr lang="en-US"/>
        </a:p>
      </dgm:t>
    </dgm:pt>
    <dgm:pt modelId="{42EC78D1-5717-4E1A-884C-A4BAC6CE5BD4}" type="sibTrans" cxnId="{EB4D8080-7A6A-4ED8-8799-F06F1295309A}">
      <dgm:prSet/>
      <dgm:spPr/>
      <dgm:t>
        <a:bodyPr/>
        <a:lstStyle/>
        <a:p>
          <a:endParaRPr lang="en-US"/>
        </a:p>
      </dgm:t>
    </dgm:pt>
    <dgm:pt modelId="{EB20EFE7-D20F-4BCE-BA7D-FF2DB7DB73A9}">
      <dgm:prSet/>
      <dgm:spPr/>
      <dgm:t>
        <a:bodyPr/>
        <a:lstStyle/>
        <a:p>
          <a:r>
            <a:rPr lang="en-US" dirty="0"/>
            <a:t>Multiple buttons to implement</a:t>
          </a:r>
        </a:p>
      </dgm:t>
    </dgm:pt>
    <dgm:pt modelId="{91001680-C623-4DBA-B6A2-9CE51AEAC6DF}" type="parTrans" cxnId="{799EA42F-967B-4753-9A00-BD4DF1F89A99}">
      <dgm:prSet/>
      <dgm:spPr/>
      <dgm:t>
        <a:bodyPr/>
        <a:lstStyle/>
        <a:p>
          <a:endParaRPr lang="en-US"/>
        </a:p>
      </dgm:t>
    </dgm:pt>
    <dgm:pt modelId="{68CE8EB4-91CB-419C-BA86-47E5BC6569D2}" type="sibTrans" cxnId="{799EA42F-967B-4753-9A00-BD4DF1F89A99}">
      <dgm:prSet/>
      <dgm:spPr/>
      <dgm:t>
        <a:bodyPr/>
        <a:lstStyle/>
        <a:p>
          <a:endParaRPr lang="en-US"/>
        </a:p>
      </dgm:t>
    </dgm:pt>
    <dgm:pt modelId="{15923285-D19E-4EEA-983B-1E424344FD0B}" type="pres">
      <dgm:prSet presAssocID="{495F0AFD-22B8-40D1-8FCF-26D4597121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789193F-754F-4527-95FF-27090F38FA00}" type="pres">
      <dgm:prSet presAssocID="{4B426189-CCBA-4290-A1D1-DB22D7A172EB}" presName="hierRoot1" presStyleCnt="0"/>
      <dgm:spPr/>
    </dgm:pt>
    <dgm:pt modelId="{A9291B5E-0A67-4D28-A744-DF2205822ED0}" type="pres">
      <dgm:prSet presAssocID="{4B426189-CCBA-4290-A1D1-DB22D7A172EB}" presName="composite" presStyleCnt="0"/>
      <dgm:spPr/>
    </dgm:pt>
    <dgm:pt modelId="{A79F5AB5-604F-4427-A9FB-450672BB191A}" type="pres">
      <dgm:prSet presAssocID="{4B426189-CCBA-4290-A1D1-DB22D7A172EB}" presName="background" presStyleLbl="node0" presStyleIdx="0" presStyleCnt="2"/>
      <dgm:spPr/>
    </dgm:pt>
    <dgm:pt modelId="{52214429-729D-4BEF-9118-B26C5B8376B9}" type="pres">
      <dgm:prSet presAssocID="{4B426189-CCBA-4290-A1D1-DB22D7A172EB}" presName="text" presStyleLbl="fgAcc0" presStyleIdx="0" presStyleCnt="2">
        <dgm:presLayoutVars>
          <dgm:chPref val="3"/>
        </dgm:presLayoutVars>
      </dgm:prSet>
      <dgm:spPr/>
    </dgm:pt>
    <dgm:pt modelId="{9D2D9E8C-7C24-4A73-B005-3FCF46169D1D}" type="pres">
      <dgm:prSet presAssocID="{4B426189-CCBA-4290-A1D1-DB22D7A172EB}" presName="hierChild2" presStyleCnt="0"/>
      <dgm:spPr/>
    </dgm:pt>
    <dgm:pt modelId="{29763195-4F77-4C7F-8B19-B6ABF83F9655}" type="pres">
      <dgm:prSet presAssocID="{EB20EFE7-D20F-4BCE-BA7D-FF2DB7DB73A9}" presName="hierRoot1" presStyleCnt="0"/>
      <dgm:spPr/>
    </dgm:pt>
    <dgm:pt modelId="{8F17C84E-F105-4B92-BDDD-E5A1841BC4B0}" type="pres">
      <dgm:prSet presAssocID="{EB20EFE7-D20F-4BCE-BA7D-FF2DB7DB73A9}" presName="composite" presStyleCnt="0"/>
      <dgm:spPr/>
    </dgm:pt>
    <dgm:pt modelId="{CA4ABBD2-0F00-4869-882D-C1C6B8D75ABF}" type="pres">
      <dgm:prSet presAssocID="{EB20EFE7-D20F-4BCE-BA7D-FF2DB7DB73A9}" presName="background" presStyleLbl="node0" presStyleIdx="1" presStyleCnt="2"/>
      <dgm:spPr/>
    </dgm:pt>
    <dgm:pt modelId="{7A2AFF10-A781-47B7-B3E1-3EE7DC43D763}" type="pres">
      <dgm:prSet presAssocID="{EB20EFE7-D20F-4BCE-BA7D-FF2DB7DB73A9}" presName="text" presStyleLbl="fgAcc0" presStyleIdx="1" presStyleCnt="2">
        <dgm:presLayoutVars>
          <dgm:chPref val="3"/>
        </dgm:presLayoutVars>
      </dgm:prSet>
      <dgm:spPr/>
    </dgm:pt>
    <dgm:pt modelId="{66C64A42-41DD-4C19-8A40-43308B9FFC49}" type="pres">
      <dgm:prSet presAssocID="{EB20EFE7-D20F-4BCE-BA7D-FF2DB7DB73A9}" presName="hierChild2" presStyleCnt="0"/>
      <dgm:spPr/>
    </dgm:pt>
  </dgm:ptLst>
  <dgm:cxnLst>
    <dgm:cxn modelId="{799EA42F-967B-4753-9A00-BD4DF1F89A99}" srcId="{495F0AFD-22B8-40D1-8FCF-26D459712112}" destId="{EB20EFE7-D20F-4BCE-BA7D-FF2DB7DB73A9}" srcOrd="1" destOrd="0" parTransId="{91001680-C623-4DBA-B6A2-9CE51AEAC6DF}" sibTransId="{68CE8EB4-91CB-419C-BA86-47E5BC6569D2}"/>
    <dgm:cxn modelId="{571E4032-8171-4880-BD4C-129D43097E82}" type="presOf" srcId="{495F0AFD-22B8-40D1-8FCF-26D459712112}" destId="{15923285-D19E-4EEA-983B-1E424344FD0B}" srcOrd="0" destOrd="0" presId="urn:microsoft.com/office/officeart/2005/8/layout/hierarchy1"/>
    <dgm:cxn modelId="{AD0D1178-EA34-434D-870A-ABC4A0A7AA6A}" type="presOf" srcId="{4B426189-CCBA-4290-A1D1-DB22D7A172EB}" destId="{52214429-729D-4BEF-9118-B26C5B8376B9}" srcOrd="0" destOrd="0" presId="urn:microsoft.com/office/officeart/2005/8/layout/hierarchy1"/>
    <dgm:cxn modelId="{EB4D8080-7A6A-4ED8-8799-F06F1295309A}" srcId="{495F0AFD-22B8-40D1-8FCF-26D459712112}" destId="{4B426189-CCBA-4290-A1D1-DB22D7A172EB}" srcOrd="0" destOrd="0" parTransId="{95A28682-4169-4810-B695-5ADB1A70CAA5}" sibTransId="{42EC78D1-5717-4E1A-884C-A4BAC6CE5BD4}"/>
    <dgm:cxn modelId="{95978C8E-DC19-4ABF-A918-481828C515DD}" type="presOf" srcId="{EB20EFE7-D20F-4BCE-BA7D-FF2DB7DB73A9}" destId="{7A2AFF10-A781-47B7-B3E1-3EE7DC43D763}" srcOrd="0" destOrd="0" presId="urn:microsoft.com/office/officeart/2005/8/layout/hierarchy1"/>
    <dgm:cxn modelId="{D9A24A80-3B5F-45AB-A1B8-D06070E7F1C7}" type="presParOf" srcId="{15923285-D19E-4EEA-983B-1E424344FD0B}" destId="{2789193F-754F-4527-95FF-27090F38FA00}" srcOrd="0" destOrd="0" presId="urn:microsoft.com/office/officeart/2005/8/layout/hierarchy1"/>
    <dgm:cxn modelId="{22BDD2B1-13AE-4BD7-BB72-722AC3DD5177}" type="presParOf" srcId="{2789193F-754F-4527-95FF-27090F38FA00}" destId="{A9291B5E-0A67-4D28-A744-DF2205822ED0}" srcOrd="0" destOrd="0" presId="urn:microsoft.com/office/officeart/2005/8/layout/hierarchy1"/>
    <dgm:cxn modelId="{83E1FB5A-EF6C-48E0-8A44-5F80E48EFE94}" type="presParOf" srcId="{A9291B5E-0A67-4D28-A744-DF2205822ED0}" destId="{A79F5AB5-604F-4427-A9FB-450672BB191A}" srcOrd="0" destOrd="0" presId="urn:microsoft.com/office/officeart/2005/8/layout/hierarchy1"/>
    <dgm:cxn modelId="{65420475-2C90-406E-852A-C5D925B707AC}" type="presParOf" srcId="{A9291B5E-0A67-4D28-A744-DF2205822ED0}" destId="{52214429-729D-4BEF-9118-B26C5B8376B9}" srcOrd="1" destOrd="0" presId="urn:microsoft.com/office/officeart/2005/8/layout/hierarchy1"/>
    <dgm:cxn modelId="{8F943AE4-8FE9-491D-BB52-4601A404A289}" type="presParOf" srcId="{2789193F-754F-4527-95FF-27090F38FA00}" destId="{9D2D9E8C-7C24-4A73-B005-3FCF46169D1D}" srcOrd="1" destOrd="0" presId="urn:microsoft.com/office/officeart/2005/8/layout/hierarchy1"/>
    <dgm:cxn modelId="{FD905544-9408-4D35-A19F-D37B2FB01A87}" type="presParOf" srcId="{15923285-D19E-4EEA-983B-1E424344FD0B}" destId="{29763195-4F77-4C7F-8B19-B6ABF83F9655}" srcOrd="1" destOrd="0" presId="urn:microsoft.com/office/officeart/2005/8/layout/hierarchy1"/>
    <dgm:cxn modelId="{1558659F-677B-469A-907D-A7945C84BA23}" type="presParOf" srcId="{29763195-4F77-4C7F-8B19-B6ABF83F9655}" destId="{8F17C84E-F105-4B92-BDDD-E5A1841BC4B0}" srcOrd="0" destOrd="0" presId="urn:microsoft.com/office/officeart/2005/8/layout/hierarchy1"/>
    <dgm:cxn modelId="{8C3AA367-201E-42D0-BF0F-1769027A76E9}" type="presParOf" srcId="{8F17C84E-F105-4B92-BDDD-E5A1841BC4B0}" destId="{CA4ABBD2-0F00-4869-882D-C1C6B8D75ABF}" srcOrd="0" destOrd="0" presId="urn:microsoft.com/office/officeart/2005/8/layout/hierarchy1"/>
    <dgm:cxn modelId="{EA615C89-C5A6-442E-9927-05FF06EDB2B6}" type="presParOf" srcId="{8F17C84E-F105-4B92-BDDD-E5A1841BC4B0}" destId="{7A2AFF10-A781-47B7-B3E1-3EE7DC43D763}" srcOrd="1" destOrd="0" presId="urn:microsoft.com/office/officeart/2005/8/layout/hierarchy1"/>
    <dgm:cxn modelId="{18264784-92AC-4E60-881C-EB58BBEDA258}" type="presParOf" srcId="{29763195-4F77-4C7F-8B19-B6ABF83F9655}" destId="{66C64A42-41DD-4C19-8A40-43308B9FFC4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9D83D-B4BD-428A-A2E2-D1D05F26AC5C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4316E-4115-4205-AABD-D26818BCE4CA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Purpose: Easy-to-use Windows Forms application</a:t>
          </a:r>
        </a:p>
      </dsp:txBody>
      <dsp:txXfrm>
        <a:off x="85060" y="2776702"/>
        <a:ext cx="3690000" cy="720000"/>
      </dsp:txXfrm>
    </dsp:sp>
    <dsp:sp modelId="{A9919624-D2EF-4359-AA24-951817AF8986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D7091-4813-488B-B876-81D342A3A4BF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Features: CRUD operations for User Info and Expense Records</a:t>
          </a:r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99892-A53A-47E5-A9EF-32B64EAD310D}">
      <dsp:nvSpPr>
        <dsp:cNvPr id="0" name=""/>
        <dsp:cNvSpPr/>
      </dsp:nvSpPr>
      <dsp:spPr>
        <a:xfrm>
          <a:off x="518185" y="5172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F80BE-2AFB-4547-852D-16D437E09565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1994A-9958-4A29-A176-E036FFD1F1EF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To design a simple, user-friendly financial management tool.</a:t>
          </a:r>
          <a:br>
            <a:rPr lang="en-US" sz="1100" kern="1200"/>
          </a:br>
          <a:br>
            <a:rPr lang="en-US" sz="1100" kern="1200"/>
          </a:br>
          <a:endParaRPr lang="en-US" sz="1100" kern="1200"/>
        </a:p>
      </dsp:txBody>
      <dsp:txXfrm>
        <a:off x="46529" y="2452202"/>
        <a:ext cx="2418750" cy="720000"/>
      </dsp:txXfrm>
    </dsp:sp>
    <dsp:sp modelId="{0D7CA4A3-EE41-4EB0-B464-22CB6138BE17}">
      <dsp:nvSpPr>
        <dsp:cNvPr id="0" name=""/>
        <dsp:cNvSpPr/>
      </dsp:nvSpPr>
      <dsp:spPr>
        <a:xfrm>
          <a:off x="3360216" y="5172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577A4-9368-472D-B0AF-BD674021398B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BD860-B989-4B4C-9790-E4D2696ABD6F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To allow users to log, edit, and view their daily expenses.</a:t>
          </a:r>
          <a:br>
            <a:rPr lang="en-US" sz="1100" kern="1200"/>
          </a:br>
          <a:br>
            <a:rPr lang="en-US" sz="1100" kern="1200"/>
          </a:br>
          <a:endParaRPr lang="en-US" sz="1100" kern="1200"/>
        </a:p>
      </dsp:txBody>
      <dsp:txXfrm>
        <a:off x="2888560" y="2452202"/>
        <a:ext cx="2418750" cy="720000"/>
      </dsp:txXfrm>
    </dsp:sp>
    <dsp:sp modelId="{761555B7-B196-49A5-8E9C-93F237B56045}">
      <dsp:nvSpPr>
        <dsp:cNvPr id="0" name=""/>
        <dsp:cNvSpPr/>
      </dsp:nvSpPr>
      <dsp:spPr>
        <a:xfrm>
          <a:off x="6202248" y="5172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E37E4-FEC2-4D6F-AE83-8301BF2789EB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11930-0099-496E-9A2D-FE614B58082F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To ensure data is saved securely and can be retrieved anytime.</a:t>
          </a:r>
        </a:p>
      </dsp:txBody>
      <dsp:txXfrm>
        <a:off x="5730591" y="24522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A64CA-CECA-4FE2-A17F-1F8BA44D6B7B}">
      <dsp:nvSpPr>
        <dsp:cNvPr id="0" name=""/>
        <dsp:cNvSpPr/>
      </dsp:nvSpPr>
      <dsp:spPr>
        <a:xfrm>
          <a:off x="0" y="125882"/>
          <a:ext cx="8195871" cy="659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Add Expense/User:</a:t>
          </a:r>
          <a:r>
            <a:rPr lang="en-US" sz="1200" kern="1200"/>
            <a:t> Users can enter details such as amount, category, and date and create new user.</a:t>
          </a:r>
          <a:br>
            <a:rPr lang="en-US" sz="1200" kern="1200"/>
          </a:br>
          <a:br>
            <a:rPr lang="en-US" sz="1200" kern="1200"/>
          </a:br>
          <a:endParaRPr lang="en-US" sz="1200" kern="1200"/>
        </a:p>
      </dsp:txBody>
      <dsp:txXfrm>
        <a:off x="32213" y="158095"/>
        <a:ext cx="8131445" cy="595453"/>
      </dsp:txXfrm>
    </dsp:sp>
    <dsp:sp modelId="{BCB1E970-80B2-4FF1-B210-34D3F001DE89}">
      <dsp:nvSpPr>
        <dsp:cNvPr id="0" name=""/>
        <dsp:cNvSpPr/>
      </dsp:nvSpPr>
      <dsp:spPr>
        <a:xfrm>
          <a:off x="0" y="820322"/>
          <a:ext cx="8195871" cy="6598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View Expense History:</a:t>
          </a:r>
          <a:r>
            <a:rPr lang="en-US" sz="1200" kern="1200"/>
            <a:t> Displays all past entries in a list or grid.</a:t>
          </a:r>
          <a:br>
            <a:rPr lang="en-US" sz="1200" kern="1200"/>
          </a:br>
          <a:br>
            <a:rPr lang="en-US" sz="1200" kern="1200"/>
          </a:br>
          <a:endParaRPr lang="en-US" sz="1200" kern="1200"/>
        </a:p>
      </dsp:txBody>
      <dsp:txXfrm>
        <a:off x="32213" y="852535"/>
        <a:ext cx="8131445" cy="595453"/>
      </dsp:txXfrm>
    </dsp:sp>
    <dsp:sp modelId="{55BDFC41-9D42-4FC2-AA8A-FDEAD741D5C5}">
      <dsp:nvSpPr>
        <dsp:cNvPr id="0" name=""/>
        <dsp:cNvSpPr/>
      </dsp:nvSpPr>
      <dsp:spPr>
        <a:xfrm>
          <a:off x="0" y="1514762"/>
          <a:ext cx="8195871" cy="6598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Edit or Delete Entries:</a:t>
          </a:r>
          <a:r>
            <a:rPr lang="en-US" sz="1200" kern="1200"/>
            <a:t> Allows modification or removal of expense and user.</a:t>
          </a:r>
        </a:p>
      </dsp:txBody>
      <dsp:txXfrm>
        <a:off x="32213" y="1546975"/>
        <a:ext cx="8131445" cy="595453"/>
      </dsp:txXfrm>
    </dsp:sp>
    <dsp:sp modelId="{FE31A256-A117-42FD-9685-87FDB455C266}">
      <dsp:nvSpPr>
        <dsp:cNvPr id="0" name=""/>
        <dsp:cNvSpPr/>
      </dsp:nvSpPr>
      <dsp:spPr>
        <a:xfrm>
          <a:off x="0" y="2209202"/>
          <a:ext cx="8195871" cy="659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Export in CSV format: Export users information as CSV format and view the records in new window.</a:t>
          </a:r>
        </a:p>
      </dsp:txBody>
      <dsp:txXfrm>
        <a:off x="32213" y="2241415"/>
        <a:ext cx="8131445" cy="595453"/>
      </dsp:txXfrm>
    </dsp:sp>
    <dsp:sp modelId="{FD25C3BA-E73D-48E1-8655-C088989697BA}">
      <dsp:nvSpPr>
        <dsp:cNvPr id="0" name=""/>
        <dsp:cNvSpPr/>
      </dsp:nvSpPr>
      <dsp:spPr>
        <a:xfrm>
          <a:off x="0" y="2903642"/>
          <a:ext cx="8195871" cy="65987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Localization in 3 languages.</a:t>
          </a:r>
        </a:p>
      </dsp:txBody>
      <dsp:txXfrm>
        <a:off x="32213" y="2935855"/>
        <a:ext cx="8131445" cy="595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0E4E0-4AD4-4CC8-AD04-FD8F6421286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37AC2-FFE4-45DA-98F3-AC4C882FD78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727FE-851A-411C-BBF1-549D4DF1CC3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Default credentials:</a:t>
          </a:r>
        </a:p>
      </dsp:txBody>
      <dsp:txXfrm>
        <a:off x="25435" y="2456402"/>
        <a:ext cx="1800000" cy="720000"/>
      </dsp:txXfrm>
    </dsp:sp>
    <dsp:sp modelId="{D8C459A0-66F0-4DA5-AFE4-066D64715285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F8439-9350-4D7C-A6D9-0B9634F26E8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4CEFB-78D2-4610-8F63-4CC411861485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Username: admin</a:t>
          </a:r>
        </a:p>
      </dsp:txBody>
      <dsp:txXfrm>
        <a:off x="2140435" y="2456402"/>
        <a:ext cx="1800000" cy="720000"/>
      </dsp:txXfrm>
    </dsp:sp>
    <dsp:sp modelId="{A57E3E9A-5799-485C-8A74-D1AB198680B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09EEC-9659-414A-A61C-B7A1764168D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5466C-8E69-4D29-91CF-EA783E8AD81E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Password: 1234</a:t>
          </a:r>
        </a:p>
      </dsp:txBody>
      <dsp:txXfrm>
        <a:off x="4255435" y="2456402"/>
        <a:ext cx="1800000" cy="720000"/>
      </dsp:txXfrm>
    </dsp:sp>
    <dsp:sp modelId="{2D97F2FD-09FA-4550-804B-DFE2FF2B659E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08C75-CE73-476B-86F8-86CE32FC0809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B08C2-9EF8-44C5-99C7-5B0A7528F40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Successful login message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D460F-0588-4ED6-96EF-D1B57803DBBB}">
      <dsp:nvSpPr>
        <dsp:cNvPr id="0" name=""/>
        <dsp:cNvSpPr/>
      </dsp:nvSpPr>
      <dsp:spPr>
        <a:xfrm>
          <a:off x="0" y="18320"/>
          <a:ext cx="5000124" cy="26395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Buttons: User Info, Expense Records</a:t>
          </a:r>
        </a:p>
      </dsp:txBody>
      <dsp:txXfrm>
        <a:off x="128851" y="147171"/>
        <a:ext cx="4742422" cy="2381817"/>
      </dsp:txXfrm>
    </dsp:sp>
    <dsp:sp modelId="{8F72F498-D226-4DF0-8EED-7450348A12EB}">
      <dsp:nvSpPr>
        <dsp:cNvPr id="0" name=""/>
        <dsp:cNvSpPr/>
      </dsp:nvSpPr>
      <dsp:spPr>
        <a:xfrm>
          <a:off x="0" y="2796080"/>
          <a:ext cx="5000124" cy="263951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Displays title and description</a:t>
          </a:r>
        </a:p>
      </dsp:txBody>
      <dsp:txXfrm>
        <a:off x="128851" y="2924931"/>
        <a:ext cx="4742422" cy="23818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DB4EA-8C8F-4007-8046-783D35ABD545}">
      <dsp:nvSpPr>
        <dsp:cNvPr id="0" name=""/>
        <dsp:cNvSpPr/>
      </dsp:nvSpPr>
      <dsp:spPr>
        <a:xfrm>
          <a:off x="0" y="226897"/>
          <a:ext cx="5000124" cy="500012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FE2D03B-DF0A-48E9-81DC-8D5C7E1FB450}">
      <dsp:nvSpPr>
        <dsp:cNvPr id="0" name=""/>
        <dsp:cNvSpPr/>
      </dsp:nvSpPr>
      <dsp:spPr>
        <a:xfrm>
          <a:off x="475011" y="701909"/>
          <a:ext cx="1950048" cy="195004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Shows user data from database</a:t>
          </a:r>
        </a:p>
      </dsp:txBody>
      <dsp:txXfrm>
        <a:off x="570204" y="797102"/>
        <a:ext cx="1759662" cy="1759662"/>
      </dsp:txXfrm>
    </dsp:sp>
    <dsp:sp modelId="{0EC17037-C772-401C-891F-FB24B7E3067B}">
      <dsp:nvSpPr>
        <dsp:cNvPr id="0" name=""/>
        <dsp:cNvSpPr/>
      </dsp:nvSpPr>
      <dsp:spPr>
        <a:xfrm>
          <a:off x="2575063" y="701909"/>
          <a:ext cx="1950048" cy="195004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Filter by username, firstName, lastName</a:t>
          </a:r>
        </a:p>
      </dsp:txBody>
      <dsp:txXfrm>
        <a:off x="2670256" y="797102"/>
        <a:ext cx="1759662" cy="1759662"/>
      </dsp:txXfrm>
    </dsp:sp>
    <dsp:sp modelId="{E0C763DE-C008-4A39-9017-F3365DBFC610}">
      <dsp:nvSpPr>
        <dsp:cNvPr id="0" name=""/>
        <dsp:cNvSpPr/>
      </dsp:nvSpPr>
      <dsp:spPr>
        <a:xfrm>
          <a:off x="475011" y="2801961"/>
          <a:ext cx="1950048" cy="195004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CRUD operations</a:t>
          </a:r>
        </a:p>
      </dsp:txBody>
      <dsp:txXfrm>
        <a:off x="570204" y="2897154"/>
        <a:ext cx="1759662" cy="1759662"/>
      </dsp:txXfrm>
    </dsp:sp>
    <dsp:sp modelId="{F228DEF4-E0C5-465F-ACB5-06A76122A90B}">
      <dsp:nvSpPr>
        <dsp:cNvPr id="0" name=""/>
        <dsp:cNvSpPr/>
      </dsp:nvSpPr>
      <dsp:spPr>
        <a:xfrm>
          <a:off x="2575063" y="2801961"/>
          <a:ext cx="1950048" cy="195004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Clear and Close buttons</a:t>
          </a:r>
        </a:p>
      </dsp:txBody>
      <dsp:txXfrm>
        <a:off x="2670256" y="2897154"/>
        <a:ext cx="1759662" cy="17596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4D46A-1256-4AAB-8102-E7E975579F93}">
      <dsp:nvSpPr>
        <dsp:cNvPr id="0" name=""/>
        <dsp:cNvSpPr/>
      </dsp:nvSpPr>
      <dsp:spPr>
        <a:xfrm>
          <a:off x="0" y="802400"/>
          <a:ext cx="5000124" cy="884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Success messages for:</a:t>
          </a:r>
        </a:p>
      </dsp:txBody>
      <dsp:txXfrm>
        <a:off x="43179" y="845579"/>
        <a:ext cx="4913766" cy="798162"/>
      </dsp:txXfrm>
    </dsp:sp>
    <dsp:sp modelId="{A654E271-EE3A-4E80-90D1-60712EEDC933}">
      <dsp:nvSpPr>
        <dsp:cNvPr id="0" name=""/>
        <dsp:cNvSpPr/>
      </dsp:nvSpPr>
      <dsp:spPr>
        <a:xfrm>
          <a:off x="0" y="1790600"/>
          <a:ext cx="5000124" cy="8845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- Create</a:t>
          </a:r>
        </a:p>
      </dsp:txBody>
      <dsp:txXfrm>
        <a:off x="43179" y="1833779"/>
        <a:ext cx="4913766" cy="798162"/>
      </dsp:txXfrm>
    </dsp:sp>
    <dsp:sp modelId="{20F35B25-6ABB-4E1F-97BE-7685A596A34C}">
      <dsp:nvSpPr>
        <dsp:cNvPr id="0" name=""/>
        <dsp:cNvSpPr/>
      </dsp:nvSpPr>
      <dsp:spPr>
        <a:xfrm>
          <a:off x="0" y="2778800"/>
          <a:ext cx="5000124" cy="8845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- Update</a:t>
          </a:r>
        </a:p>
      </dsp:txBody>
      <dsp:txXfrm>
        <a:off x="43179" y="2821979"/>
        <a:ext cx="4913766" cy="798162"/>
      </dsp:txXfrm>
    </dsp:sp>
    <dsp:sp modelId="{022CFCEE-D217-4317-9A16-3DC388F5B718}">
      <dsp:nvSpPr>
        <dsp:cNvPr id="0" name=""/>
        <dsp:cNvSpPr/>
      </dsp:nvSpPr>
      <dsp:spPr>
        <a:xfrm>
          <a:off x="0" y="3767000"/>
          <a:ext cx="5000124" cy="8845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- Delete</a:t>
          </a:r>
        </a:p>
      </dsp:txBody>
      <dsp:txXfrm>
        <a:off x="43179" y="3810179"/>
        <a:ext cx="4913766" cy="7981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6DD50-397E-4EDA-8C0B-41AEB3EB4AF6}">
      <dsp:nvSpPr>
        <dsp:cNvPr id="0" name=""/>
        <dsp:cNvSpPr/>
      </dsp:nvSpPr>
      <dsp:spPr>
        <a:xfrm>
          <a:off x="0" y="1832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Open Viewer button loads UserView.txt</a:t>
          </a:r>
        </a:p>
      </dsp:txBody>
      <dsp:txXfrm>
        <a:off x="128851" y="147171"/>
        <a:ext cx="4742422" cy="2381817"/>
      </dsp:txXfrm>
    </dsp:sp>
    <dsp:sp modelId="{CA737C2F-4D8F-49E1-A927-DF5855101B33}">
      <dsp:nvSpPr>
        <dsp:cNvPr id="0" name=""/>
        <dsp:cNvSpPr/>
      </dsp:nvSpPr>
      <dsp:spPr>
        <a:xfrm>
          <a:off x="0" y="279608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Dialog Box for file selection</a:t>
          </a:r>
        </a:p>
      </dsp:txBody>
      <dsp:txXfrm>
        <a:off x="128851" y="2924931"/>
        <a:ext cx="4742422" cy="23818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7BC85-3E36-4B57-ADD2-6924DBE247E5}">
      <dsp:nvSpPr>
        <dsp:cNvPr id="0" name=""/>
        <dsp:cNvSpPr/>
      </dsp:nvSpPr>
      <dsp:spPr>
        <a:xfrm>
          <a:off x="0" y="2280560"/>
          <a:ext cx="50001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45BD6-F899-4794-B055-480A055AC913}">
      <dsp:nvSpPr>
        <dsp:cNvPr id="0" name=""/>
        <dsp:cNvSpPr/>
      </dsp:nvSpPr>
      <dsp:spPr>
        <a:xfrm>
          <a:off x="250006" y="2044400"/>
          <a:ext cx="3500086" cy="472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Navigation: Next, Previous buttons</a:t>
          </a:r>
        </a:p>
      </dsp:txBody>
      <dsp:txXfrm>
        <a:off x="273063" y="2067457"/>
        <a:ext cx="3453972" cy="426206"/>
      </dsp:txXfrm>
    </dsp:sp>
    <dsp:sp modelId="{67A6DEAA-6D4B-4650-91E2-83BDDF303340}">
      <dsp:nvSpPr>
        <dsp:cNvPr id="0" name=""/>
        <dsp:cNvSpPr/>
      </dsp:nvSpPr>
      <dsp:spPr>
        <a:xfrm>
          <a:off x="0" y="3006320"/>
          <a:ext cx="5000124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C339C-8533-4289-90CE-450DE02A4D7B}">
      <dsp:nvSpPr>
        <dsp:cNvPr id="0" name=""/>
        <dsp:cNvSpPr/>
      </dsp:nvSpPr>
      <dsp:spPr>
        <a:xfrm>
          <a:off x="250006" y="2770160"/>
          <a:ext cx="3500086" cy="4723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Clear and Close buttons</a:t>
          </a:r>
        </a:p>
      </dsp:txBody>
      <dsp:txXfrm>
        <a:off x="273063" y="2793217"/>
        <a:ext cx="3453972" cy="4262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789BC-D87F-45E0-AC13-90FF650C3054}">
      <dsp:nvSpPr>
        <dsp:cNvPr id="0" name=""/>
        <dsp:cNvSpPr/>
      </dsp:nvSpPr>
      <dsp:spPr>
        <a:xfrm>
          <a:off x="0" y="5377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Shows Expense records with 7 columns</a:t>
          </a:r>
        </a:p>
      </dsp:txBody>
      <dsp:txXfrm>
        <a:off x="67966" y="605676"/>
        <a:ext cx="4864192" cy="1256367"/>
      </dsp:txXfrm>
    </dsp:sp>
    <dsp:sp modelId="{092BAABE-9D71-4518-8BED-165F33784A64}">
      <dsp:nvSpPr>
        <dsp:cNvPr id="0" name=""/>
        <dsp:cNvSpPr/>
      </dsp:nvSpPr>
      <dsp:spPr>
        <a:xfrm>
          <a:off x="0" y="20308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CRUD operations</a:t>
          </a:r>
        </a:p>
      </dsp:txBody>
      <dsp:txXfrm>
        <a:off x="67966" y="2098776"/>
        <a:ext cx="4864192" cy="1256367"/>
      </dsp:txXfrm>
    </dsp:sp>
    <dsp:sp modelId="{2E7B2697-704B-4276-ABA1-DD562F24BEF6}">
      <dsp:nvSpPr>
        <dsp:cNvPr id="0" name=""/>
        <dsp:cNvSpPr/>
      </dsp:nvSpPr>
      <dsp:spPr>
        <a:xfrm>
          <a:off x="0" y="35239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Go button returns to Main Menu</a:t>
          </a:r>
        </a:p>
      </dsp:txBody>
      <dsp:txXfrm>
        <a:off x="67966" y="3591876"/>
        <a:ext cx="4864192" cy="125636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E848B-9B56-44CE-B4A7-2A90B1E51C2C}">
      <dsp:nvSpPr>
        <dsp:cNvPr id="0" name=""/>
        <dsp:cNvSpPr/>
      </dsp:nvSpPr>
      <dsp:spPr>
        <a:xfrm>
          <a:off x="285002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C096B-55A9-41D1-81E3-B4610FCB6912}">
      <dsp:nvSpPr>
        <dsp:cNvPr id="0" name=""/>
        <dsp:cNvSpPr/>
      </dsp:nvSpPr>
      <dsp:spPr>
        <a:xfrm>
          <a:off x="471700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5F87F-3479-482F-A8E5-202AACF9F003}">
      <dsp:nvSpPr>
        <dsp:cNvPr id="0" name=""/>
        <dsp:cNvSpPr/>
      </dsp:nvSpPr>
      <dsp:spPr>
        <a:xfrm>
          <a:off x="4956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Difficulty managing database connections</a:t>
          </a:r>
        </a:p>
      </dsp:txBody>
      <dsp:txXfrm>
        <a:off x="4956" y="2131929"/>
        <a:ext cx="1436132" cy="574453"/>
      </dsp:txXfrm>
    </dsp:sp>
    <dsp:sp modelId="{C0943988-28A2-4319-8E5C-C2999987625D}">
      <dsp:nvSpPr>
        <dsp:cNvPr id="0" name=""/>
        <dsp:cNvSpPr/>
      </dsp:nvSpPr>
      <dsp:spPr>
        <a:xfrm>
          <a:off x="1972458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45242-1580-40EF-8508-7537738AFDD0}">
      <dsp:nvSpPr>
        <dsp:cNvPr id="0" name=""/>
        <dsp:cNvSpPr/>
      </dsp:nvSpPr>
      <dsp:spPr>
        <a:xfrm>
          <a:off x="2159156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2B15A-1452-44B9-9A78-6ECFD59F1655}">
      <dsp:nvSpPr>
        <dsp:cNvPr id="0" name=""/>
        <dsp:cNvSpPr/>
      </dsp:nvSpPr>
      <dsp:spPr>
        <a:xfrm>
          <a:off x="1692413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Handling exceptions consistently across forms</a:t>
          </a:r>
        </a:p>
      </dsp:txBody>
      <dsp:txXfrm>
        <a:off x="1692413" y="2131929"/>
        <a:ext cx="1436132" cy="574453"/>
      </dsp:txXfrm>
    </dsp:sp>
    <dsp:sp modelId="{E7C7033F-5A90-44BD-8DE3-09738DFBF019}">
      <dsp:nvSpPr>
        <dsp:cNvPr id="0" name=""/>
        <dsp:cNvSpPr/>
      </dsp:nvSpPr>
      <dsp:spPr>
        <a:xfrm>
          <a:off x="3659914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357B6-F8D6-4868-9A3C-E1F3D56C807A}">
      <dsp:nvSpPr>
        <dsp:cNvPr id="0" name=""/>
        <dsp:cNvSpPr/>
      </dsp:nvSpPr>
      <dsp:spPr>
        <a:xfrm>
          <a:off x="3846612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67F2B-E228-44EC-8C59-728F8B7651EC}">
      <dsp:nvSpPr>
        <dsp:cNvPr id="0" name=""/>
        <dsp:cNvSpPr/>
      </dsp:nvSpPr>
      <dsp:spPr>
        <a:xfrm>
          <a:off x="3379869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Designing intuitive UI for CRUD operations</a:t>
          </a:r>
        </a:p>
      </dsp:txBody>
      <dsp:txXfrm>
        <a:off x="3379869" y="2131929"/>
        <a:ext cx="1436132" cy="574453"/>
      </dsp:txXfrm>
    </dsp:sp>
    <dsp:sp modelId="{D06BF7DC-BBBB-4C17-88B8-D533E899176B}">
      <dsp:nvSpPr>
        <dsp:cNvPr id="0" name=""/>
        <dsp:cNvSpPr/>
      </dsp:nvSpPr>
      <dsp:spPr>
        <a:xfrm>
          <a:off x="5347371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90548-4CB2-4A0F-B41F-11F228076C61}">
      <dsp:nvSpPr>
        <dsp:cNvPr id="0" name=""/>
        <dsp:cNvSpPr/>
      </dsp:nvSpPr>
      <dsp:spPr>
        <a:xfrm>
          <a:off x="5534068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BF2F2-9D09-4EDA-8E64-DB6296A3F67C}">
      <dsp:nvSpPr>
        <dsp:cNvPr id="0" name=""/>
        <dsp:cNvSpPr/>
      </dsp:nvSpPr>
      <dsp:spPr>
        <a:xfrm>
          <a:off x="5067325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Ensuring CSV export compatibility</a:t>
          </a:r>
        </a:p>
      </dsp:txBody>
      <dsp:txXfrm>
        <a:off x="5067325" y="2131929"/>
        <a:ext cx="1436132" cy="574453"/>
      </dsp:txXfrm>
    </dsp:sp>
    <dsp:sp modelId="{A5FF3B61-CB6E-45FA-A230-1E9E6874D81D}">
      <dsp:nvSpPr>
        <dsp:cNvPr id="0" name=""/>
        <dsp:cNvSpPr/>
      </dsp:nvSpPr>
      <dsp:spPr>
        <a:xfrm>
          <a:off x="7034827" y="983022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420E8-A92F-4086-8A14-E9B3C6772252}">
      <dsp:nvSpPr>
        <dsp:cNvPr id="0" name=""/>
        <dsp:cNvSpPr/>
      </dsp:nvSpPr>
      <dsp:spPr>
        <a:xfrm>
          <a:off x="7221524" y="1169720"/>
          <a:ext cx="502646" cy="5026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568AC-EDCD-4710-B2DE-DA0F7A0AA63B}">
      <dsp:nvSpPr>
        <dsp:cNvPr id="0" name=""/>
        <dsp:cNvSpPr/>
      </dsp:nvSpPr>
      <dsp:spPr>
        <a:xfrm>
          <a:off x="6754781" y="2131929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Debugging theme toggle feature</a:t>
          </a:r>
        </a:p>
      </dsp:txBody>
      <dsp:txXfrm>
        <a:off x="6754781" y="2131929"/>
        <a:ext cx="1436132" cy="5744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F5AB5-604F-4427-A9FB-450672BB191A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14429-729D-4BEF-9118-B26C5B8376B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Login still needs work</a:t>
          </a:r>
        </a:p>
      </dsp:txBody>
      <dsp:txXfrm>
        <a:off x="456496" y="980400"/>
        <a:ext cx="3381034" cy="2099279"/>
      </dsp:txXfrm>
    </dsp:sp>
    <dsp:sp modelId="{CA4ABBD2-0F00-4869-882D-C1C6B8D75ABF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AFF10-A781-47B7-B3E1-3EE7DC43D763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Multiple buttons to implement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3FAC-80DD-6DCF-0F31-F562BA615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BC339-27E5-7899-6AFE-0C82383F6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BB742-F65B-3ACF-4AE2-EFB6156E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38FBA-FCA5-18AE-25DE-492E078E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485BF-E42A-9891-DE5A-55C13741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0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A18B-AE64-461D-9B3A-1C5FDBB7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EDDB-B3F0-D320-60A3-E925CAC29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593EF-F589-EE8A-7F37-917A0F50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4B369-E489-04DA-B558-165A0627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72F9-59A5-7039-7CE5-29DA6A5F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2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D152-BA29-FE6C-F0EB-5994FF69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2B301-50A0-0256-9B1E-9B16EE3EE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2D62B-FAAD-D4BF-28D9-CE85E290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033D7-0753-2C91-7D87-9648E6C8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06744-E0D2-64D6-2E84-06B403BE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6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88B4-B35C-4AFF-B49C-C3BB3636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17D9-E439-1F05-9376-81924E014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25A0D-FB48-A306-5E54-BBB5FFCDE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486E9-3A7F-9ECD-ADF9-6E01C9AF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2B897-9A8C-54A8-84C7-43AF600E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F381B-140D-9631-D55B-96AF5E4B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3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B631-15F6-1ABF-D740-E4B77225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A243E-5B46-2117-062F-524C4AE37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88AD1-D8D4-811F-188E-7BB7A65BA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3E637-64D5-0E94-B699-0DDAA64DA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FFDE8-97C1-7D61-DA50-0D4D2CA14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4529B-67A1-491E-7900-10B11340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6DBD2-F543-D384-0813-8E36A583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D5BC7F-980A-C3A4-0F84-378DB25B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9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7BAF-3952-7A62-4069-5844726B9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E8956-3C2B-5BD1-5F11-320BB78C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5D082-F442-F854-6F3F-B66A536D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970EB-9514-B577-C70B-568D0EA3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89DCD-6CD7-E8F1-D265-68300AE4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3F599-24D7-1173-42F2-9798A5C4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00C6-7D74-F56E-E930-AC255B5B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4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89B9-30A4-3F19-85F6-42BC7EFF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1679-0D1D-1073-7C0A-109D7877A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2C039-6600-8E08-4AB8-ACD9EAA21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DB49D-4B13-C4B4-65CD-5F5A9BA0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D4C0-04E3-AFFD-BD33-40242841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9D3B6-3C57-EB1B-42FB-6DDCF2E2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8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9461-164C-A530-EEEA-84E43FF1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95E01-A61F-9046-5048-3593B8DF6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34812-F9AD-DA25-B997-22E6D776C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096B5-56E3-6D56-0AAC-515D8FFB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D119E-04B2-1562-615B-F0A085BB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F2B2-7801-3A32-981A-AB00FAB5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6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91A4-5C83-BA7A-9ADA-08F27BD2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F1367-2A37-D371-371F-DB9A52C4C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343CF-7B93-0EC4-0CD6-FDC75EAC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A0C0F-9216-1247-E2D8-6BCAC956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42A68-BF3C-597F-7A29-CAA5E2D5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5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BB984-948E-4C18-7F1F-4C0B3A473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BDE7A-D374-2CDD-65E9-B240938BF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0AD2F-C55B-ADB9-9765-889FA6EB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2F8E1-BBDD-3C99-2774-DE2EBDC2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2959-7E6E-51CE-FB57-8EB78D1A6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4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486F2C-B2B6-0545-73D0-185555BB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29988-A5A8-40B0-C0B7-9D445CB1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97AED-D8A7-5ED4-6B0A-391691C0D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5F97D-ACB1-0E30-5CDA-BE082DB6A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D81B-7988-4BC2-B6BD-DBB00B452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7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Smart 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t>Vanier College, Computer Science Department</a:t>
            </a:r>
            <a:endParaRPr lang="en-US"/>
          </a:p>
          <a:p>
            <a:pPr algn="l"/>
            <a:r>
              <a:t>Authors: Daiyan Abrar Samin, Mohamed Amine Hamidouch</a:t>
            </a:r>
            <a:endParaRPr lang="en-US"/>
          </a:p>
        </p:txBody>
      </p:sp>
      <p:pic>
        <p:nvPicPr>
          <p:cNvPr id="5" name="Picture 4" descr="Hourglass and a calendar">
            <a:extLst>
              <a:ext uri="{FF2B5EF4-FFF2-40B4-BE49-F238E27FC236}">
                <a16:creationId xmlns:a16="http://schemas.microsoft.com/office/drawing/2014/main" id="{93E239A5-B969-9E76-7686-EDE467F4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826" r="10050" b="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4DBDCA-010A-75BF-7935-9CAA3816A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2305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1347D-E373-A3B4-4B1F-C782FC46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Goals and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A7FBCA-5C14-281A-CAA2-FD1798D28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43202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914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29157-A427-039D-32F4-65AFC1869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Main Features</a:t>
            </a:r>
            <a:endParaRPr lang="en-US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92B08D-0115-BC6C-CFB4-7A58BB0BBB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69219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274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Login 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E8821E-CFFD-02B4-966E-AF24B6863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62264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Main Menu 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D33699-2A8B-363B-C46F-9CDCD5DC0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65188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User 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B91E40-D40F-7D59-EC88-874E22DC3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42852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Exception Handling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507600-70C1-847B-5040-91A33D13FF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18424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Exporting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Export button saves records as UserView.txt in CSV format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1700">
                <a:solidFill>
                  <a:srgbClr val="FFFFFF"/>
                </a:solidFill>
              </a:rPr>
              <a:t>CsvUserRecordViewer 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FBD712-C78A-E354-04C2-F6EB9845EC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79819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User Records 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C0BC40-D9C8-76AD-DD48-1463A6979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66020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Transaction Form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EDDA81-5E58-690E-87D3-3299CA3BF6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44605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Displays application name, version, authors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Change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Toggle button for dark theme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3500" dirty="0">
                <a:solidFill>
                  <a:srgbClr val="FFFFFF"/>
                </a:solidFill>
              </a:rPr>
              <a:t>Challenges Struggles During Development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450CD1-8169-98C2-D93F-F57B7F9F2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9579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CF1E16-9D7E-DBA0-1986-F778ACDD9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47189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330</Words>
  <Application>Microsoft Office PowerPoint</Application>
  <PresentationFormat>On-screen Show (4:3)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Smart Expense Tracker</vt:lpstr>
      <vt:lpstr>Introduction</vt:lpstr>
      <vt:lpstr>Goals and Vision</vt:lpstr>
      <vt:lpstr>Main Features</vt:lpstr>
      <vt:lpstr>Login Form</vt:lpstr>
      <vt:lpstr>Main Menu Form</vt:lpstr>
      <vt:lpstr>User Form</vt:lpstr>
      <vt:lpstr>Exception Handling</vt:lpstr>
      <vt:lpstr>Exporting Records</vt:lpstr>
      <vt:lpstr>CsvUserRecordViewer Form</vt:lpstr>
      <vt:lpstr>User Records View</vt:lpstr>
      <vt:lpstr>Transaction Form</vt:lpstr>
      <vt:lpstr>About</vt:lpstr>
      <vt:lpstr>Change Theme</vt:lpstr>
      <vt:lpstr>Challenges Struggles During Development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Daiyan Abrar Samin</dc:creator>
  <cp:keywords/>
  <dc:description>generated using python-pptx</dc:description>
  <cp:lastModifiedBy>Mohamed Hamidouch</cp:lastModifiedBy>
  <cp:revision>3</cp:revision>
  <dcterms:created xsi:type="dcterms:W3CDTF">2013-01-27T09:14:16Z</dcterms:created>
  <dcterms:modified xsi:type="dcterms:W3CDTF">2025-12-09T16:34:13Z</dcterms:modified>
  <cp:category/>
</cp:coreProperties>
</file>